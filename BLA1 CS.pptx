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16"/>
    <p:restoredTop sz="94725"/>
  </p:normalViewPr>
  <p:slideViewPr>
    <p:cSldViewPr snapToGrid="0" snapToObjects="1">
      <p:cViewPr varScale="1">
        <p:scale>
          <a:sx n="46" d="100"/>
          <a:sy n="46" d="100"/>
        </p:scale>
        <p:origin x="168" y="1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1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2.svg"/><Relationship Id="rId4" Type="http://schemas.openxmlformats.org/officeDocument/2006/relationships/image" Target="../media/image15.svg"/><Relationship Id="rId9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1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2.svg"/><Relationship Id="rId4" Type="http://schemas.openxmlformats.org/officeDocument/2006/relationships/image" Target="../media/image15.svg"/><Relationship Id="rId9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E9912A-1954-4213-B6EA-A756DCCA98B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8D1F07-A05C-49F9-A908-46E979A392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Large messages are divided into smaller units called packets.</a:t>
          </a:r>
          <a:endParaRPr lang="en-US"/>
        </a:p>
      </dgm:t>
    </dgm:pt>
    <dgm:pt modelId="{AE2800B3-EE6D-44C5-9939-D75775E6DB9D}" type="parTrans" cxnId="{413265BF-AF52-4E5C-9A2A-721BFEB95659}">
      <dgm:prSet/>
      <dgm:spPr/>
      <dgm:t>
        <a:bodyPr/>
        <a:lstStyle/>
        <a:p>
          <a:endParaRPr lang="en-US"/>
        </a:p>
      </dgm:t>
    </dgm:pt>
    <dgm:pt modelId="{6B1C4D24-8E7D-4A56-AC5F-F70748CA1C6D}" type="sibTrans" cxnId="{413265BF-AF52-4E5C-9A2A-721BFEB95659}">
      <dgm:prSet/>
      <dgm:spPr/>
      <dgm:t>
        <a:bodyPr/>
        <a:lstStyle/>
        <a:p>
          <a:endParaRPr lang="en-US"/>
        </a:p>
      </dgm:t>
    </dgm:pt>
    <dgm:pt modelId="{8099409E-B3FF-48B3-91E4-D1138CFC9A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Routers examine packet information and forward packets toward the destination.</a:t>
          </a:r>
          <a:endParaRPr lang="en-US"/>
        </a:p>
      </dgm:t>
    </dgm:pt>
    <dgm:pt modelId="{0D8557E7-A489-43D9-9E5F-13CB95931B4E}" type="parTrans" cxnId="{C9D94FFD-F058-4402-8086-CA1CA750A868}">
      <dgm:prSet/>
      <dgm:spPr/>
      <dgm:t>
        <a:bodyPr/>
        <a:lstStyle/>
        <a:p>
          <a:endParaRPr lang="en-US"/>
        </a:p>
      </dgm:t>
    </dgm:pt>
    <dgm:pt modelId="{FC2B5FCE-F438-4E3C-9D35-8C8D0A073765}" type="sibTrans" cxnId="{C9D94FFD-F058-4402-8086-CA1CA750A868}">
      <dgm:prSet/>
      <dgm:spPr/>
      <dgm:t>
        <a:bodyPr/>
        <a:lstStyle/>
        <a:p>
          <a:endParaRPr lang="en-US"/>
        </a:p>
      </dgm:t>
    </dgm:pt>
    <dgm:pt modelId="{78198C0E-B00F-4B36-838D-C95918F9C1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Packet switching allows many users to share network links efficiently.</a:t>
          </a:r>
          <a:endParaRPr lang="en-US"/>
        </a:p>
      </dgm:t>
    </dgm:pt>
    <dgm:pt modelId="{94C4AD1A-2F69-4F0A-AC02-8E9E2C9DCFDD}" type="parTrans" cxnId="{4F5ABDB1-6232-4497-AF2D-50FE1384D260}">
      <dgm:prSet/>
      <dgm:spPr/>
      <dgm:t>
        <a:bodyPr/>
        <a:lstStyle/>
        <a:p>
          <a:endParaRPr lang="en-US"/>
        </a:p>
      </dgm:t>
    </dgm:pt>
    <dgm:pt modelId="{743DB7CA-F95C-4772-9DC4-B7266DBE2D6B}" type="sibTrans" cxnId="{4F5ABDB1-6232-4497-AF2D-50FE1384D260}">
      <dgm:prSet/>
      <dgm:spPr/>
      <dgm:t>
        <a:bodyPr/>
        <a:lstStyle/>
        <a:p>
          <a:endParaRPr lang="en-US"/>
        </a:p>
      </dgm:t>
    </dgm:pt>
    <dgm:pt modelId="{000B4C67-74B1-42ED-A9CB-45F7458A2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Different packets from the same message may experience different paths or delays.</a:t>
          </a:r>
          <a:endParaRPr lang="en-US"/>
        </a:p>
      </dgm:t>
    </dgm:pt>
    <dgm:pt modelId="{7F1F7469-E776-4850-A8CB-B677B05D8575}" type="parTrans" cxnId="{E38BA708-E8EC-4A0E-9B95-E7E81E0BA625}">
      <dgm:prSet/>
      <dgm:spPr/>
      <dgm:t>
        <a:bodyPr/>
        <a:lstStyle/>
        <a:p>
          <a:endParaRPr lang="en-US"/>
        </a:p>
      </dgm:t>
    </dgm:pt>
    <dgm:pt modelId="{5F9C1986-7D57-40C5-B7AE-343D2C59338E}" type="sibTrans" cxnId="{E38BA708-E8EC-4A0E-9B95-E7E81E0BA625}">
      <dgm:prSet/>
      <dgm:spPr/>
      <dgm:t>
        <a:bodyPr/>
        <a:lstStyle/>
        <a:p>
          <a:endParaRPr lang="en-US"/>
        </a:p>
      </dgm:t>
    </dgm:pt>
    <dgm:pt modelId="{0D7151A9-D10F-478E-A93D-5D03F3BF7A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Circuit switching reserves a dedicated communication path or capacity for a session.</a:t>
          </a:r>
          <a:endParaRPr lang="en-US"/>
        </a:p>
      </dgm:t>
    </dgm:pt>
    <dgm:pt modelId="{CDB9CEC0-DEBD-45BC-8B73-D5524F60039E}" type="parTrans" cxnId="{4D225926-C1D5-4411-A399-FD5F2AC8B882}">
      <dgm:prSet/>
      <dgm:spPr/>
      <dgm:t>
        <a:bodyPr/>
        <a:lstStyle/>
        <a:p>
          <a:endParaRPr lang="en-US"/>
        </a:p>
      </dgm:t>
    </dgm:pt>
    <dgm:pt modelId="{394345DD-DC9D-4888-A8C3-994BEE86E923}" type="sibTrans" cxnId="{4D225926-C1D5-4411-A399-FD5F2AC8B882}">
      <dgm:prSet/>
      <dgm:spPr/>
      <dgm:t>
        <a:bodyPr/>
        <a:lstStyle/>
        <a:p>
          <a:endParaRPr lang="en-US"/>
        </a:p>
      </dgm:t>
    </dgm:pt>
    <dgm:pt modelId="{3AAA25B5-6EC9-4D21-B5EA-1323AABA7EE3}" type="pres">
      <dgm:prSet presAssocID="{8DE9912A-1954-4213-B6EA-A756DCCA98BA}" presName="root" presStyleCnt="0">
        <dgm:presLayoutVars>
          <dgm:dir/>
          <dgm:resizeHandles val="exact"/>
        </dgm:presLayoutVars>
      </dgm:prSet>
      <dgm:spPr/>
    </dgm:pt>
    <dgm:pt modelId="{69E21986-AAB6-4186-B278-2DEFF4ABFB6E}" type="pres">
      <dgm:prSet presAssocID="{1E8D1F07-A05C-49F9-A908-46E979A3921D}" presName="compNode" presStyleCnt="0"/>
      <dgm:spPr/>
    </dgm:pt>
    <dgm:pt modelId="{084CEB85-961C-46DB-B191-E96C156951DA}" type="pres">
      <dgm:prSet presAssocID="{1E8D1F07-A05C-49F9-A908-46E979A3921D}" presName="bgRect" presStyleLbl="bgShp" presStyleIdx="0" presStyleCnt="5"/>
      <dgm:spPr/>
    </dgm:pt>
    <dgm:pt modelId="{F1FFE492-2288-4687-9936-2BBFF0A64BFA}" type="pres">
      <dgm:prSet presAssocID="{1E8D1F07-A05C-49F9-A908-46E979A3921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FC00CB2-8248-4B47-B4F9-72415B960C3D}" type="pres">
      <dgm:prSet presAssocID="{1E8D1F07-A05C-49F9-A908-46E979A3921D}" presName="spaceRect" presStyleCnt="0"/>
      <dgm:spPr/>
    </dgm:pt>
    <dgm:pt modelId="{5D457FE0-2F97-451C-AF96-D586E44702AB}" type="pres">
      <dgm:prSet presAssocID="{1E8D1F07-A05C-49F9-A908-46E979A3921D}" presName="parTx" presStyleLbl="revTx" presStyleIdx="0" presStyleCnt="5">
        <dgm:presLayoutVars>
          <dgm:chMax val="0"/>
          <dgm:chPref val="0"/>
        </dgm:presLayoutVars>
      </dgm:prSet>
      <dgm:spPr/>
    </dgm:pt>
    <dgm:pt modelId="{916919C4-2F8C-4F3E-ABD5-A0A9A3E522B6}" type="pres">
      <dgm:prSet presAssocID="{6B1C4D24-8E7D-4A56-AC5F-F70748CA1C6D}" presName="sibTrans" presStyleCnt="0"/>
      <dgm:spPr/>
    </dgm:pt>
    <dgm:pt modelId="{49A62499-C28F-4D83-88B7-8C7E062FD5A0}" type="pres">
      <dgm:prSet presAssocID="{8099409E-B3FF-48B3-91E4-D1138CFC9ABF}" presName="compNode" presStyleCnt="0"/>
      <dgm:spPr/>
    </dgm:pt>
    <dgm:pt modelId="{13D878A8-DF9E-4282-9498-893DEA0E20A4}" type="pres">
      <dgm:prSet presAssocID="{8099409E-B3FF-48B3-91E4-D1138CFC9ABF}" presName="bgRect" presStyleLbl="bgShp" presStyleIdx="1" presStyleCnt="5"/>
      <dgm:spPr/>
    </dgm:pt>
    <dgm:pt modelId="{9772A7CB-7620-4360-8B8A-34E1BA765740}" type="pres">
      <dgm:prSet presAssocID="{8099409E-B3FF-48B3-91E4-D1138CFC9AB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52FC7D92-0025-4474-838F-79949612953D}" type="pres">
      <dgm:prSet presAssocID="{8099409E-B3FF-48B3-91E4-D1138CFC9ABF}" presName="spaceRect" presStyleCnt="0"/>
      <dgm:spPr/>
    </dgm:pt>
    <dgm:pt modelId="{B6D62723-ED9D-4BA2-B7C2-C5968C182551}" type="pres">
      <dgm:prSet presAssocID="{8099409E-B3FF-48B3-91E4-D1138CFC9ABF}" presName="parTx" presStyleLbl="revTx" presStyleIdx="1" presStyleCnt="5">
        <dgm:presLayoutVars>
          <dgm:chMax val="0"/>
          <dgm:chPref val="0"/>
        </dgm:presLayoutVars>
      </dgm:prSet>
      <dgm:spPr/>
    </dgm:pt>
    <dgm:pt modelId="{AAF9C616-202B-49B1-B4E0-2F4D2C78D040}" type="pres">
      <dgm:prSet presAssocID="{FC2B5FCE-F438-4E3C-9D35-8C8D0A073765}" presName="sibTrans" presStyleCnt="0"/>
      <dgm:spPr/>
    </dgm:pt>
    <dgm:pt modelId="{D3BCBC52-CEA7-46D5-BA11-752CF58A86BD}" type="pres">
      <dgm:prSet presAssocID="{78198C0E-B00F-4B36-838D-C95918F9C1F7}" presName="compNode" presStyleCnt="0"/>
      <dgm:spPr/>
    </dgm:pt>
    <dgm:pt modelId="{3944DAA3-7540-444F-BC00-93B58E417ABB}" type="pres">
      <dgm:prSet presAssocID="{78198C0E-B00F-4B36-838D-C95918F9C1F7}" presName="bgRect" presStyleLbl="bgShp" presStyleIdx="2" presStyleCnt="5"/>
      <dgm:spPr/>
    </dgm:pt>
    <dgm:pt modelId="{AA7DF999-5C76-40DC-A68A-53AC6A243B82}" type="pres">
      <dgm:prSet presAssocID="{78198C0E-B00F-4B36-838D-C95918F9C1F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45C19163-ADA8-4072-8516-DD74C07F512B}" type="pres">
      <dgm:prSet presAssocID="{78198C0E-B00F-4B36-838D-C95918F9C1F7}" presName="spaceRect" presStyleCnt="0"/>
      <dgm:spPr/>
    </dgm:pt>
    <dgm:pt modelId="{ABA78C43-8E54-4461-ACA9-88A5149CF93A}" type="pres">
      <dgm:prSet presAssocID="{78198C0E-B00F-4B36-838D-C95918F9C1F7}" presName="parTx" presStyleLbl="revTx" presStyleIdx="2" presStyleCnt="5">
        <dgm:presLayoutVars>
          <dgm:chMax val="0"/>
          <dgm:chPref val="0"/>
        </dgm:presLayoutVars>
      </dgm:prSet>
      <dgm:spPr/>
    </dgm:pt>
    <dgm:pt modelId="{C7A17F87-A18E-4A69-B241-65A2355EBB25}" type="pres">
      <dgm:prSet presAssocID="{743DB7CA-F95C-4772-9DC4-B7266DBE2D6B}" presName="sibTrans" presStyleCnt="0"/>
      <dgm:spPr/>
    </dgm:pt>
    <dgm:pt modelId="{2CBAD4C6-C0BB-4616-B907-53327358FF9E}" type="pres">
      <dgm:prSet presAssocID="{000B4C67-74B1-42ED-A9CB-45F7458A25CC}" presName="compNode" presStyleCnt="0"/>
      <dgm:spPr/>
    </dgm:pt>
    <dgm:pt modelId="{9A06E03A-3053-4BC8-B1A6-D92B5FDBA7F8}" type="pres">
      <dgm:prSet presAssocID="{000B4C67-74B1-42ED-A9CB-45F7458A25CC}" presName="bgRect" presStyleLbl="bgShp" presStyleIdx="3" presStyleCnt="5"/>
      <dgm:spPr/>
    </dgm:pt>
    <dgm:pt modelId="{64CDA042-5138-46DB-B9DC-32045E92EF1D}" type="pres">
      <dgm:prSet presAssocID="{000B4C67-74B1-42ED-A9CB-45F7458A25C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3BEBF00C-9407-4FC4-B4ED-FF520AC14549}" type="pres">
      <dgm:prSet presAssocID="{000B4C67-74B1-42ED-A9CB-45F7458A25CC}" presName="spaceRect" presStyleCnt="0"/>
      <dgm:spPr/>
    </dgm:pt>
    <dgm:pt modelId="{83D9A788-1F66-456A-9C47-398CCAA79661}" type="pres">
      <dgm:prSet presAssocID="{000B4C67-74B1-42ED-A9CB-45F7458A25CC}" presName="parTx" presStyleLbl="revTx" presStyleIdx="3" presStyleCnt="5">
        <dgm:presLayoutVars>
          <dgm:chMax val="0"/>
          <dgm:chPref val="0"/>
        </dgm:presLayoutVars>
      </dgm:prSet>
      <dgm:spPr/>
    </dgm:pt>
    <dgm:pt modelId="{C3260A48-7608-46F3-BFA3-66FB7C2257A5}" type="pres">
      <dgm:prSet presAssocID="{5F9C1986-7D57-40C5-B7AE-343D2C59338E}" presName="sibTrans" presStyleCnt="0"/>
      <dgm:spPr/>
    </dgm:pt>
    <dgm:pt modelId="{8B4549AC-7229-4A37-BB46-E2AA7A736CE3}" type="pres">
      <dgm:prSet presAssocID="{0D7151A9-D10F-478E-A93D-5D03F3BF7A7F}" presName="compNode" presStyleCnt="0"/>
      <dgm:spPr/>
    </dgm:pt>
    <dgm:pt modelId="{8573C22B-8E6C-40C9-8D8A-E89BD9BD17E0}" type="pres">
      <dgm:prSet presAssocID="{0D7151A9-D10F-478E-A93D-5D03F3BF7A7F}" presName="bgRect" presStyleLbl="bgShp" presStyleIdx="4" presStyleCnt="5"/>
      <dgm:spPr/>
    </dgm:pt>
    <dgm:pt modelId="{4D5089E6-6EF4-40FE-9B6A-D7F7A445D736}" type="pres">
      <dgm:prSet presAssocID="{0D7151A9-D10F-478E-A93D-5D03F3BF7A7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3065F6A-8AE9-41AF-9305-E002C2FBA19D}" type="pres">
      <dgm:prSet presAssocID="{0D7151A9-D10F-478E-A93D-5D03F3BF7A7F}" presName="spaceRect" presStyleCnt="0"/>
      <dgm:spPr/>
    </dgm:pt>
    <dgm:pt modelId="{8E50D180-E57A-423E-A3ED-1994677DE6BB}" type="pres">
      <dgm:prSet presAssocID="{0D7151A9-D10F-478E-A93D-5D03F3BF7A7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38BA708-E8EC-4A0E-9B95-E7E81E0BA625}" srcId="{8DE9912A-1954-4213-B6EA-A756DCCA98BA}" destId="{000B4C67-74B1-42ED-A9CB-45F7458A25CC}" srcOrd="3" destOrd="0" parTransId="{7F1F7469-E776-4850-A8CB-B677B05D8575}" sibTransId="{5F9C1986-7D57-40C5-B7AE-343D2C59338E}"/>
    <dgm:cxn modelId="{F98D8215-FCCD-4EBE-9ACA-40BA718F15EF}" type="presOf" srcId="{000B4C67-74B1-42ED-A9CB-45F7458A25CC}" destId="{83D9A788-1F66-456A-9C47-398CCAA79661}" srcOrd="0" destOrd="0" presId="urn:microsoft.com/office/officeart/2018/2/layout/IconVerticalSolidList"/>
    <dgm:cxn modelId="{4D225926-C1D5-4411-A399-FD5F2AC8B882}" srcId="{8DE9912A-1954-4213-B6EA-A756DCCA98BA}" destId="{0D7151A9-D10F-478E-A93D-5D03F3BF7A7F}" srcOrd="4" destOrd="0" parTransId="{CDB9CEC0-DEBD-45BC-8B73-D5524F60039E}" sibTransId="{394345DD-DC9D-4888-A8C3-994BEE86E923}"/>
    <dgm:cxn modelId="{E63C692B-D767-441D-BCF3-F47B1FBE05DD}" type="presOf" srcId="{78198C0E-B00F-4B36-838D-C95918F9C1F7}" destId="{ABA78C43-8E54-4461-ACA9-88A5149CF93A}" srcOrd="0" destOrd="0" presId="urn:microsoft.com/office/officeart/2018/2/layout/IconVerticalSolidList"/>
    <dgm:cxn modelId="{B3BC4757-796D-4340-99B3-081692893594}" type="presOf" srcId="{8DE9912A-1954-4213-B6EA-A756DCCA98BA}" destId="{3AAA25B5-6EC9-4D21-B5EA-1323AABA7EE3}" srcOrd="0" destOrd="0" presId="urn:microsoft.com/office/officeart/2018/2/layout/IconVerticalSolidList"/>
    <dgm:cxn modelId="{C165AA59-C8C9-459A-A480-18934680320D}" type="presOf" srcId="{8099409E-B3FF-48B3-91E4-D1138CFC9ABF}" destId="{B6D62723-ED9D-4BA2-B7C2-C5968C182551}" srcOrd="0" destOrd="0" presId="urn:microsoft.com/office/officeart/2018/2/layout/IconVerticalSolidList"/>
    <dgm:cxn modelId="{FE71516F-1B48-43FB-A648-A344A52B677F}" type="presOf" srcId="{0D7151A9-D10F-478E-A93D-5D03F3BF7A7F}" destId="{8E50D180-E57A-423E-A3ED-1994677DE6BB}" srcOrd="0" destOrd="0" presId="urn:microsoft.com/office/officeart/2018/2/layout/IconVerticalSolidList"/>
    <dgm:cxn modelId="{4F5ABDB1-6232-4497-AF2D-50FE1384D260}" srcId="{8DE9912A-1954-4213-B6EA-A756DCCA98BA}" destId="{78198C0E-B00F-4B36-838D-C95918F9C1F7}" srcOrd="2" destOrd="0" parTransId="{94C4AD1A-2F69-4F0A-AC02-8E9E2C9DCFDD}" sibTransId="{743DB7CA-F95C-4772-9DC4-B7266DBE2D6B}"/>
    <dgm:cxn modelId="{781A62BC-CE6B-4816-985C-8BAE5F8E600F}" type="presOf" srcId="{1E8D1F07-A05C-49F9-A908-46E979A3921D}" destId="{5D457FE0-2F97-451C-AF96-D586E44702AB}" srcOrd="0" destOrd="0" presId="urn:microsoft.com/office/officeart/2018/2/layout/IconVerticalSolidList"/>
    <dgm:cxn modelId="{413265BF-AF52-4E5C-9A2A-721BFEB95659}" srcId="{8DE9912A-1954-4213-B6EA-A756DCCA98BA}" destId="{1E8D1F07-A05C-49F9-A908-46E979A3921D}" srcOrd="0" destOrd="0" parTransId="{AE2800B3-EE6D-44C5-9939-D75775E6DB9D}" sibTransId="{6B1C4D24-8E7D-4A56-AC5F-F70748CA1C6D}"/>
    <dgm:cxn modelId="{C9D94FFD-F058-4402-8086-CA1CA750A868}" srcId="{8DE9912A-1954-4213-B6EA-A756DCCA98BA}" destId="{8099409E-B3FF-48B3-91E4-D1138CFC9ABF}" srcOrd="1" destOrd="0" parTransId="{0D8557E7-A489-43D9-9E5F-13CB95931B4E}" sibTransId="{FC2B5FCE-F438-4E3C-9D35-8C8D0A073765}"/>
    <dgm:cxn modelId="{10948802-F22E-40B5-A052-70346232E7A4}" type="presParOf" srcId="{3AAA25B5-6EC9-4D21-B5EA-1323AABA7EE3}" destId="{69E21986-AAB6-4186-B278-2DEFF4ABFB6E}" srcOrd="0" destOrd="0" presId="urn:microsoft.com/office/officeart/2018/2/layout/IconVerticalSolidList"/>
    <dgm:cxn modelId="{32DBBE99-1804-4DBC-BA6F-E640C15DD51C}" type="presParOf" srcId="{69E21986-AAB6-4186-B278-2DEFF4ABFB6E}" destId="{084CEB85-961C-46DB-B191-E96C156951DA}" srcOrd="0" destOrd="0" presId="urn:microsoft.com/office/officeart/2018/2/layout/IconVerticalSolidList"/>
    <dgm:cxn modelId="{D4886295-C21F-4800-AC58-09E9EC0330E8}" type="presParOf" srcId="{69E21986-AAB6-4186-B278-2DEFF4ABFB6E}" destId="{F1FFE492-2288-4687-9936-2BBFF0A64BFA}" srcOrd="1" destOrd="0" presId="urn:microsoft.com/office/officeart/2018/2/layout/IconVerticalSolidList"/>
    <dgm:cxn modelId="{921D21A8-B30C-482F-ADD1-DDBCE6AF6E36}" type="presParOf" srcId="{69E21986-AAB6-4186-B278-2DEFF4ABFB6E}" destId="{6FC00CB2-8248-4B47-B4F9-72415B960C3D}" srcOrd="2" destOrd="0" presId="urn:microsoft.com/office/officeart/2018/2/layout/IconVerticalSolidList"/>
    <dgm:cxn modelId="{3FD1029B-5FE4-4C07-A67C-02AFB2F1B509}" type="presParOf" srcId="{69E21986-AAB6-4186-B278-2DEFF4ABFB6E}" destId="{5D457FE0-2F97-451C-AF96-D586E44702AB}" srcOrd="3" destOrd="0" presId="urn:microsoft.com/office/officeart/2018/2/layout/IconVerticalSolidList"/>
    <dgm:cxn modelId="{B996A1FA-BC42-419F-B956-8BD9115DEDFC}" type="presParOf" srcId="{3AAA25B5-6EC9-4D21-B5EA-1323AABA7EE3}" destId="{916919C4-2F8C-4F3E-ABD5-A0A9A3E522B6}" srcOrd="1" destOrd="0" presId="urn:microsoft.com/office/officeart/2018/2/layout/IconVerticalSolidList"/>
    <dgm:cxn modelId="{36CE084F-15F7-4A67-9FBF-354DAB58B9D5}" type="presParOf" srcId="{3AAA25B5-6EC9-4D21-B5EA-1323AABA7EE3}" destId="{49A62499-C28F-4D83-88B7-8C7E062FD5A0}" srcOrd="2" destOrd="0" presId="urn:microsoft.com/office/officeart/2018/2/layout/IconVerticalSolidList"/>
    <dgm:cxn modelId="{B9BD612C-6CF4-4C96-A9A6-4D410F1954F6}" type="presParOf" srcId="{49A62499-C28F-4D83-88B7-8C7E062FD5A0}" destId="{13D878A8-DF9E-4282-9498-893DEA0E20A4}" srcOrd="0" destOrd="0" presId="urn:microsoft.com/office/officeart/2018/2/layout/IconVerticalSolidList"/>
    <dgm:cxn modelId="{86FB2AA2-F3F7-46BC-823E-2334AC509757}" type="presParOf" srcId="{49A62499-C28F-4D83-88B7-8C7E062FD5A0}" destId="{9772A7CB-7620-4360-8B8A-34E1BA765740}" srcOrd="1" destOrd="0" presId="urn:microsoft.com/office/officeart/2018/2/layout/IconVerticalSolidList"/>
    <dgm:cxn modelId="{A4C53254-F3A8-4F08-908B-8586CD6C8307}" type="presParOf" srcId="{49A62499-C28F-4D83-88B7-8C7E062FD5A0}" destId="{52FC7D92-0025-4474-838F-79949612953D}" srcOrd="2" destOrd="0" presId="urn:microsoft.com/office/officeart/2018/2/layout/IconVerticalSolidList"/>
    <dgm:cxn modelId="{EABE948D-4096-457A-8C28-B76AF2D79B33}" type="presParOf" srcId="{49A62499-C28F-4D83-88B7-8C7E062FD5A0}" destId="{B6D62723-ED9D-4BA2-B7C2-C5968C182551}" srcOrd="3" destOrd="0" presId="urn:microsoft.com/office/officeart/2018/2/layout/IconVerticalSolidList"/>
    <dgm:cxn modelId="{DD6145B2-4EAF-40D2-AAD0-DF259B023A5E}" type="presParOf" srcId="{3AAA25B5-6EC9-4D21-B5EA-1323AABA7EE3}" destId="{AAF9C616-202B-49B1-B4E0-2F4D2C78D040}" srcOrd="3" destOrd="0" presId="urn:microsoft.com/office/officeart/2018/2/layout/IconVerticalSolidList"/>
    <dgm:cxn modelId="{88BA9E80-9AE6-437E-A141-D82A8B7D957E}" type="presParOf" srcId="{3AAA25B5-6EC9-4D21-B5EA-1323AABA7EE3}" destId="{D3BCBC52-CEA7-46D5-BA11-752CF58A86BD}" srcOrd="4" destOrd="0" presId="urn:microsoft.com/office/officeart/2018/2/layout/IconVerticalSolidList"/>
    <dgm:cxn modelId="{EC13FF6C-4D3B-4D67-ADC8-D2BBE0763D0E}" type="presParOf" srcId="{D3BCBC52-CEA7-46D5-BA11-752CF58A86BD}" destId="{3944DAA3-7540-444F-BC00-93B58E417ABB}" srcOrd="0" destOrd="0" presId="urn:microsoft.com/office/officeart/2018/2/layout/IconVerticalSolidList"/>
    <dgm:cxn modelId="{E34ADCAD-0BBC-49A6-A5B6-5CC1CC14C3AC}" type="presParOf" srcId="{D3BCBC52-CEA7-46D5-BA11-752CF58A86BD}" destId="{AA7DF999-5C76-40DC-A68A-53AC6A243B82}" srcOrd="1" destOrd="0" presId="urn:microsoft.com/office/officeart/2018/2/layout/IconVerticalSolidList"/>
    <dgm:cxn modelId="{2006D8CD-622A-43D4-A439-B2DF242305E1}" type="presParOf" srcId="{D3BCBC52-CEA7-46D5-BA11-752CF58A86BD}" destId="{45C19163-ADA8-4072-8516-DD74C07F512B}" srcOrd="2" destOrd="0" presId="urn:microsoft.com/office/officeart/2018/2/layout/IconVerticalSolidList"/>
    <dgm:cxn modelId="{8B502760-3ABD-4BC0-89FB-ED0CF00B8798}" type="presParOf" srcId="{D3BCBC52-CEA7-46D5-BA11-752CF58A86BD}" destId="{ABA78C43-8E54-4461-ACA9-88A5149CF93A}" srcOrd="3" destOrd="0" presId="urn:microsoft.com/office/officeart/2018/2/layout/IconVerticalSolidList"/>
    <dgm:cxn modelId="{E056B4B3-B631-42D5-B04F-A2A5D6946FE9}" type="presParOf" srcId="{3AAA25B5-6EC9-4D21-B5EA-1323AABA7EE3}" destId="{C7A17F87-A18E-4A69-B241-65A2355EBB25}" srcOrd="5" destOrd="0" presId="urn:microsoft.com/office/officeart/2018/2/layout/IconVerticalSolidList"/>
    <dgm:cxn modelId="{64F9C424-1DDF-4D78-A67E-EFB186E3F0D9}" type="presParOf" srcId="{3AAA25B5-6EC9-4D21-B5EA-1323AABA7EE3}" destId="{2CBAD4C6-C0BB-4616-B907-53327358FF9E}" srcOrd="6" destOrd="0" presId="urn:microsoft.com/office/officeart/2018/2/layout/IconVerticalSolidList"/>
    <dgm:cxn modelId="{F0595C7C-24AA-41F6-ADA9-DAC4DF77EFBF}" type="presParOf" srcId="{2CBAD4C6-C0BB-4616-B907-53327358FF9E}" destId="{9A06E03A-3053-4BC8-B1A6-D92B5FDBA7F8}" srcOrd="0" destOrd="0" presId="urn:microsoft.com/office/officeart/2018/2/layout/IconVerticalSolidList"/>
    <dgm:cxn modelId="{6362D525-5BC4-40FC-B428-ED94275223B2}" type="presParOf" srcId="{2CBAD4C6-C0BB-4616-B907-53327358FF9E}" destId="{64CDA042-5138-46DB-B9DC-32045E92EF1D}" srcOrd="1" destOrd="0" presId="urn:microsoft.com/office/officeart/2018/2/layout/IconVerticalSolidList"/>
    <dgm:cxn modelId="{C21500BE-52EC-432F-8F03-6A4BA710F64C}" type="presParOf" srcId="{2CBAD4C6-C0BB-4616-B907-53327358FF9E}" destId="{3BEBF00C-9407-4FC4-B4ED-FF520AC14549}" srcOrd="2" destOrd="0" presId="urn:microsoft.com/office/officeart/2018/2/layout/IconVerticalSolidList"/>
    <dgm:cxn modelId="{EC3052A0-B525-415D-9C8E-35567CAFD3BF}" type="presParOf" srcId="{2CBAD4C6-C0BB-4616-B907-53327358FF9E}" destId="{83D9A788-1F66-456A-9C47-398CCAA79661}" srcOrd="3" destOrd="0" presId="urn:microsoft.com/office/officeart/2018/2/layout/IconVerticalSolidList"/>
    <dgm:cxn modelId="{95CFD483-821F-47FC-8A66-473A28027EBD}" type="presParOf" srcId="{3AAA25B5-6EC9-4D21-B5EA-1323AABA7EE3}" destId="{C3260A48-7608-46F3-BFA3-66FB7C2257A5}" srcOrd="7" destOrd="0" presId="urn:microsoft.com/office/officeart/2018/2/layout/IconVerticalSolidList"/>
    <dgm:cxn modelId="{7B4FD503-7721-484C-8789-AB7DBFF7F8F3}" type="presParOf" srcId="{3AAA25B5-6EC9-4D21-B5EA-1323AABA7EE3}" destId="{8B4549AC-7229-4A37-BB46-E2AA7A736CE3}" srcOrd="8" destOrd="0" presId="urn:microsoft.com/office/officeart/2018/2/layout/IconVerticalSolidList"/>
    <dgm:cxn modelId="{58CFF050-3FC4-49B3-831F-2AB8882CF0FF}" type="presParOf" srcId="{8B4549AC-7229-4A37-BB46-E2AA7A736CE3}" destId="{8573C22B-8E6C-40C9-8D8A-E89BD9BD17E0}" srcOrd="0" destOrd="0" presId="urn:microsoft.com/office/officeart/2018/2/layout/IconVerticalSolidList"/>
    <dgm:cxn modelId="{8604B64A-55C2-4D04-B9EC-771660FB5AEB}" type="presParOf" srcId="{8B4549AC-7229-4A37-BB46-E2AA7A736CE3}" destId="{4D5089E6-6EF4-40FE-9B6A-D7F7A445D736}" srcOrd="1" destOrd="0" presId="urn:microsoft.com/office/officeart/2018/2/layout/IconVerticalSolidList"/>
    <dgm:cxn modelId="{C1591D8D-BF7F-4884-BEF3-7D956292D6A2}" type="presParOf" srcId="{8B4549AC-7229-4A37-BB46-E2AA7A736CE3}" destId="{93065F6A-8AE9-41AF-9305-E002C2FBA19D}" srcOrd="2" destOrd="0" presId="urn:microsoft.com/office/officeart/2018/2/layout/IconVerticalSolidList"/>
    <dgm:cxn modelId="{A599CD21-A33C-4D08-8006-248737D0129D}" type="presParOf" srcId="{8B4549AC-7229-4A37-BB46-E2AA7A736CE3}" destId="{8E50D180-E57A-423E-A3ED-1994677DE6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38E331-D170-44CE-9B36-725BE68AE87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BC8F36-72E0-4F15-87BE-A141121F4A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Authentication verifies who a user or device is.</a:t>
          </a:r>
          <a:endParaRPr lang="en-US"/>
        </a:p>
      </dgm:t>
    </dgm:pt>
    <dgm:pt modelId="{055D3C22-42FB-4227-BBF4-B8B6DB2692F7}" type="parTrans" cxnId="{12274B65-2D40-42F1-9760-777716FAAAED}">
      <dgm:prSet/>
      <dgm:spPr/>
      <dgm:t>
        <a:bodyPr/>
        <a:lstStyle/>
        <a:p>
          <a:endParaRPr lang="en-US"/>
        </a:p>
      </dgm:t>
    </dgm:pt>
    <dgm:pt modelId="{B2471883-7B00-4E3B-84FD-E97A58E78637}" type="sibTrans" cxnId="{12274B65-2D40-42F1-9760-777716FAAAED}">
      <dgm:prSet/>
      <dgm:spPr/>
      <dgm:t>
        <a:bodyPr/>
        <a:lstStyle/>
        <a:p>
          <a:endParaRPr lang="en-US"/>
        </a:p>
      </dgm:t>
    </dgm:pt>
    <dgm:pt modelId="{3FEC988A-4A50-438B-9EF5-61059B38F8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Encryption transforms readable data into protected data that unauthorized people cannot easily understand.</a:t>
          </a:r>
          <a:endParaRPr lang="en-US"/>
        </a:p>
      </dgm:t>
    </dgm:pt>
    <dgm:pt modelId="{59DFCD1B-28E5-419F-B3D7-FB8890A7FE18}" type="parTrans" cxnId="{026ED5A6-BAEA-4443-ACB4-E618CA21E4BE}">
      <dgm:prSet/>
      <dgm:spPr/>
      <dgm:t>
        <a:bodyPr/>
        <a:lstStyle/>
        <a:p>
          <a:endParaRPr lang="en-US"/>
        </a:p>
      </dgm:t>
    </dgm:pt>
    <dgm:pt modelId="{6F3A4AD2-7B28-4CC1-B29F-2179F8944974}" type="sibTrans" cxnId="{026ED5A6-BAEA-4443-ACB4-E618CA21E4BE}">
      <dgm:prSet/>
      <dgm:spPr/>
      <dgm:t>
        <a:bodyPr/>
        <a:lstStyle/>
        <a:p>
          <a:endParaRPr lang="en-US"/>
        </a:p>
      </dgm:t>
    </dgm:pt>
    <dgm:pt modelId="{B18B1770-559B-4E3B-A25C-113F6A04D3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Confidentiality means information is accessible only to authorized parties.</a:t>
          </a:r>
          <a:endParaRPr lang="en-US"/>
        </a:p>
      </dgm:t>
    </dgm:pt>
    <dgm:pt modelId="{EAB26499-68A0-4045-BE8E-90189F513202}" type="parTrans" cxnId="{66BF9C8E-AF71-4E6F-A91B-E04D32B35482}">
      <dgm:prSet/>
      <dgm:spPr/>
      <dgm:t>
        <a:bodyPr/>
        <a:lstStyle/>
        <a:p>
          <a:endParaRPr lang="en-US"/>
        </a:p>
      </dgm:t>
    </dgm:pt>
    <dgm:pt modelId="{459EF421-A528-4811-A834-DF6A6BF10613}" type="sibTrans" cxnId="{66BF9C8E-AF71-4E6F-A91B-E04D32B35482}">
      <dgm:prSet/>
      <dgm:spPr/>
      <dgm:t>
        <a:bodyPr/>
        <a:lstStyle/>
        <a:p>
          <a:endParaRPr lang="en-US"/>
        </a:p>
      </dgm:t>
    </dgm:pt>
    <dgm:pt modelId="{D2635297-509E-4D71-8EE7-82B55A0501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Threats include unauthorized access, malware, IP spoofing, and packet sniffing.</a:t>
          </a:r>
          <a:endParaRPr lang="en-US"/>
        </a:p>
      </dgm:t>
    </dgm:pt>
    <dgm:pt modelId="{500EF305-D669-4975-AAD3-95C127A68575}" type="parTrans" cxnId="{5FC5E081-75DE-4010-ACCE-FFB867B59C36}">
      <dgm:prSet/>
      <dgm:spPr/>
      <dgm:t>
        <a:bodyPr/>
        <a:lstStyle/>
        <a:p>
          <a:endParaRPr lang="en-US"/>
        </a:p>
      </dgm:t>
    </dgm:pt>
    <dgm:pt modelId="{8B21F786-FBC6-4DDE-9A71-E84A97F0E64F}" type="sibTrans" cxnId="{5FC5E081-75DE-4010-ACCE-FFB867B59C36}">
      <dgm:prSet/>
      <dgm:spPr/>
      <dgm:t>
        <a:bodyPr/>
        <a:lstStyle/>
        <a:p>
          <a:endParaRPr lang="en-US"/>
        </a:p>
      </dgm:t>
    </dgm:pt>
    <dgm:pt modelId="{7B1A31F8-20A7-4F24-BCBE-7524EB52F0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IP spoofing means an attacker falsifies the source IP address in packets.</a:t>
          </a:r>
          <a:endParaRPr lang="en-US"/>
        </a:p>
      </dgm:t>
    </dgm:pt>
    <dgm:pt modelId="{8532F680-34E7-400E-8C47-8274B97688F0}" type="parTrans" cxnId="{64803DF8-9358-485F-A34D-4D9247B6C51D}">
      <dgm:prSet/>
      <dgm:spPr/>
      <dgm:t>
        <a:bodyPr/>
        <a:lstStyle/>
        <a:p>
          <a:endParaRPr lang="en-US"/>
        </a:p>
      </dgm:t>
    </dgm:pt>
    <dgm:pt modelId="{E6EC4206-3452-4552-9037-848F9E60082D}" type="sibTrans" cxnId="{64803DF8-9358-485F-A34D-4D9247B6C51D}">
      <dgm:prSet/>
      <dgm:spPr/>
      <dgm:t>
        <a:bodyPr/>
        <a:lstStyle/>
        <a:p>
          <a:endParaRPr lang="en-US"/>
        </a:p>
      </dgm:t>
    </dgm:pt>
    <dgm:pt modelId="{C7BA3CC0-54DB-423F-9480-977C52BE91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Packet sniffing means capturing and examining network traffic.</a:t>
          </a:r>
          <a:endParaRPr lang="en-US"/>
        </a:p>
      </dgm:t>
    </dgm:pt>
    <dgm:pt modelId="{D4945B49-0EA1-4873-98B1-301E5E45CAA3}" type="parTrans" cxnId="{9A294183-56A6-4A05-9398-C130544C911A}">
      <dgm:prSet/>
      <dgm:spPr/>
      <dgm:t>
        <a:bodyPr/>
        <a:lstStyle/>
        <a:p>
          <a:endParaRPr lang="en-US"/>
        </a:p>
      </dgm:t>
    </dgm:pt>
    <dgm:pt modelId="{1A491592-74F8-41C1-B80F-2EBB511E8D79}" type="sibTrans" cxnId="{9A294183-56A6-4A05-9398-C130544C911A}">
      <dgm:prSet/>
      <dgm:spPr/>
      <dgm:t>
        <a:bodyPr/>
        <a:lstStyle/>
        <a:p>
          <a:endParaRPr lang="en-US"/>
        </a:p>
      </dgm:t>
    </dgm:pt>
    <dgm:pt modelId="{44024576-7874-41E7-A17C-C36745B15F51}" type="pres">
      <dgm:prSet presAssocID="{0438E331-D170-44CE-9B36-725BE68AE878}" presName="root" presStyleCnt="0">
        <dgm:presLayoutVars>
          <dgm:dir/>
          <dgm:resizeHandles val="exact"/>
        </dgm:presLayoutVars>
      </dgm:prSet>
      <dgm:spPr/>
    </dgm:pt>
    <dgm:pt modelId="{B4474A59-E29E-4C9B-9106-68BFB304A52A}" type="pres">
      <dgm:prSet presAssocID="{F2BC8F36-72E0-4F15-87BE-A141121F4A3A}" presName="compNode" presStyleCnt="0"/>
      <dgm:spPr/>
    </dgm:pt>
    <dgm:pt modelId="{F3BD3D8F-5D5A-4486-A504-033496C4213B}" type="pres">
      <dgm:prSet presAssocID="{F2BC8F36-72E0-4F15-87BE-A141121F4A3A}" presName="bgRect" presStyleLbl="bgShp" presStyleIdx="0" presStyleCnt="6"/>
      <dgm:spPr/>
    </dgm:pt>
    <dgm:pt modelId="{23092AA1-5E5F-422C-9C45-7A79715855DA}" type="pres">
      <dgm:prSet presAssocID="{F2BC8F36-72E0-4F15-87BE-A141121F4A3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54A99E7-9711-4EBA-ACB6-83C80E954128}" type="pres">
      <dgm:prSet presAssocID="{F2BC8F36-72E0-4F15-87BE-A141121F4A3A}" presName="spaceRect" presStyleCnt="0"/>
      <dgm:spPr/>
    </dgm:pt>
    <dgm:pt modelId="{38628695-2028-4461-BE4F-CDD7F057543B}" type="pres">
      <dgm:prSet presAssocID="{F2BC8F36-72E0-4F15-87BE-A141121F4A3A}" presName="parTx" presStyleLbl="revTx" presStyleIdx="0" presStyleCnt="6">
        <dgm:presLayoutVars>
          <dgm:chMax val="0"/>
          <dgm:chPref val="0"/>
        </dgm:presLayoutVars>
      </dgm:prSet>
      <dgm:spPr/>
    </dgm:pt>
    <dgm:pt modelId="{B2BA9DE9-19B5-4041-96DE-11F10BD4F4F7}" type="pres">
      <dgm:prSet presAssocID="{B2471883-7B00-4E3B-84FD-E97A58E78637}" presName="sibTrans" presStyleCnt="0"/>
      <dgm:spPr/>
    </dgm:pt>
    <dgm:pt modelId="{0B7C3EAC-D2F0-42D1-83B0-7BF6820A7108}" type="pres">
      <dgm:prSet presAssocID="{3FEC988A-4A50-438B-9EF5-61059B38F81B}" presName="compNode" presStyleCnt="0"/>
      <dgm:spPr/>
    </dgm:pt>
    <dgm:pt modelId="{FC00717D-3E02-4055-B459-D872D1B133C9}" type="pres">
      <dgm:prSet presAssocID="{3FEC988A-4A50-438B-9EF5-61059B38F81B}" presName="bgRect" presStyleLbl="bgShp" presStyleIdx="1" presStyleCnt="6"/>
      <dgm:spPr/>
    </dgm:pt>
    <dgm:pt modelId="{B2A08206-3934-4498-B8A4-66ABED65A2B1}" type="pres">
      <dgm:prSet presAssocID="{3FEC988A-4A50-438B-9EF5-61059B38F81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A8F163B-61FE-42AB-A39A-56D5CA5A3ADE}" type="pres">
      <dgm:prSet presAssocID="{3FEC988A-4A50-438B-9EF5-61059B38F81B}" presName="spaceRect" presStyleCnt="0"/>
      <dgm:spPr/>
    </dgm:pt>
    <dgm:pt modelId="{5FA0615D-0ACE-4E11-969E-9273C074BB88}" type="pres">
      <dgm:prSet presAssocID="{3FEC988A-4A50-438B-9EF5-61059B38F81B}" presName="parTx" presStyleLbl="revTx" presStyleIdx="1" presStyleCnt="6">
        <dgm:presLayoutVars>
          <dgm:chMax val="0"/>
          <dgm:chPref val="0"/>
        </dgm:presLayoutVars>
      </dgm:prSet>
      <dgm:spPr/>
    </dgm:pt>
    <dgm:pt modelId="{D1AF6090-60AF-4EA0-AE8C-6CF37ACBEFD7}" type="pres">
      <dgm:prSet presAssocID="{6F3A4AD2-7B28-4CC1-B29F-2179F8944974}" presName="sibTrans" presStyleCnt="0"/>
      <dgm:spPr/>
    </dgm:pt>
    <dgm:pt modelId="{4B232F30-5914-4EE8-9C78-26DB0C6F34C9}" type="pres">
      <dgm:prSet presAssocID="{B18B1770-559B-4E3B-A25C-113F6A04D328}" presName="compNode" presStyleCnt="0"/>
      <dgm:spPr/>
    </dgm:pt>
    <dgm:pt modelId="{DC02024A-8B2E-41C1-BF5E-182E0EBA7EBD}" type="pres">
      <dgm:prSet presAssocID="{B18B1770-559B-4E3B-A25C-113F6A04D328}" presName="bgRect" presStyleLbl="bgShp" presStyleIdx="2" presStyleCnt="6"/>
      <dgm:spPr/>
    </dgm:pt>
    <dgm:pt modelId="{1367A366-373E-4DB0-B487-63889AEF23DC}" type="pres">
      <dgm:prSet presAssocID="{B18B1770-559B-4E3B-A25C-113F6A04D32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2BB3B80-D1CE-40B6-94ED-B83CB7177326}" type="pres">
      <dgm:prSet presAssocID="{B18B1770-559B-4E3B-A25C-113F6A04D328}" presName="spaceRect" presStyleCnt="0"/>
      <dgm:spPr/>
    </dgm:pt>
    <dgm:pt modelId="{5E9CF808-1766-423D-AF2D-6DE7A5A371B6}" type="pres">
      <dgm:prSet presAssocID="{B18B1770-559B-4E3B-A25C-113F6A04D328}" presName="parTx" presStyleLbl="revTx" presStyleIdx="2" presStyleCnt="6">
        <dgm:presLayoutVars>
          <dgm:chMax val="0"/>
          <dgm:chPref val="0"/>
        </dgm:presLayoutVars>
      </dgm:prSet>
      <dgm:spPr/>
    </dgm:pt>
    <dgm:pt modelId="{B9C3C696-2BA7-45FA-8A6D-92474C4B9BDC}" type="pres">
      <dgm:prSet presAssocID="{459EF421-A528-4811-A834-DF6A6BF10613}" presName="sibTrans" presStyleCnt="0"/>
      <dgm:spPr/>
    </dgm:pt>
    <dgm:pt modelId="{0B041324-B584-4B39-87A0-4F2ADDF6E4B3}" type="pres">
      <dgm:prSet presAssocID="{D2635297-509E-4D71-8EE7-82B55A050193}" presName="compNode" presStyleCnt="0"/>
      <dgm:spPr/>
    </dgm:pt>
    <dgm:pt modelId="{9310C505-54D0-45E6-81FC-C4E35F0A405C}" type="pres">
      <dgm:prSet presAssocID="{D2635297-509E-4D71-8EE7-82B55A050193}" presName="bgRect" presStyleLbl="bgShp" presStyleIdx="3" presStyleCnt="6"/>
      <dgm:spPr/>
    </dgm:pt>
    <dgm:pt modelId="{B2E18D41-2015-4FE3-832A-12D94BAE9BAA}" type="pres">
      <dgm:prSet presAssocID="{D2635297-509E-4D71-8EE7-82B55A05019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32DCB1C-1425-4213-8881-D255744CEDFD}" type="pres">
      <dgm:prSet presAssocID="{D2635297-509E-4D71-8EE7-82B55A050193}" presName="spaceRect" presStyleCnt="0"/>
      <dgm:spPr/>
    </dgm:pt>
    <dgm:pt modelId="{B686374D-5DA6-4FD2-939B-28CC2841F13D}" type="pres">
      <dgm:prSet presAssocID="{D2635297-509E-4D71-8EE7-82B55A050193}" presName="parTx" presStyleLbl="revTx" presStyleIdx="3" presStyleCnt="6">
        <dgm:presLayoutVars>
          <dgm:chMax val="0"/>
          <dgm:chPref val="0"/>
        </dgm:presLayoutVars>
      </dgm:prSet>
      <dgm:spPr/>
    </dgm:pt>
    <dgm:pt modelId="{59E3DA98-6988-4C1E-B763-470ECAA88C33}" type="pres">
      <dgm:prSet presAssocID="{8B21F786-FBC6-4DDE-9A71-E84A97F0E64F}" presName="sibTrans" presStyleCnt="0"/>
      <dgm:spPr/>
    </dgm:pt>
    <dgm:pt modelId="{F14AD4B7-A8DE-4E94-BB23-4E587A96E81C}" type="pres">
      <dgm:prSet presAssocID="{7B1A31F8-20A7-4F24-BCBE-7524EB52F01C}" presName="compNode" presStyleCnt="0"/>
      <dgm:spPr/>
    </dgm:pt>
    <dgm:pt modelId="{307711F2-6B8B-4613-87E8-6A6364D2F535}" type="pres">
      <dgm:prSet presAssocID="{7B1A31F8-20A7-4F24-BCBE-7524EB52F01C}" presName="bgRect" presStyleLbl="bgShp" presStyleIdx="4" presStyleCnt="6"/>
      <dgm:spPr/>
    </dgm:pt>
    <dgm:pt modelId="{8FFE135D-A8EC-4144-87A2-74B086605A9F}" type="pres">
      <dgm:prSet presAssocID="{7B1A31F8-20A7-4F24-BCBE-7524EB52F01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C4690DA-61D3-4496-8AD7-0C779C64956F}" type="pres">
      <dgm:prSet presAssocID="{7B1A31F8-20A7-4F24-BCBE-7524EB52F01C}" presName="spaceRect" presStyleCnt="0"/>
      <dgm:spPr/>
    </dgm:pt>
    <dgm:pt modelId="{324F05B0-09A7-4795-AFEF-4532D563601D}" type="pres">
      <dgm:prSet presAssocID="{7B1A31F8-20A7-4F24-BCBE-7524EB52F01C}" presName="parTx" presStyleLbl="revTx" presStyleIdx="4" presStyleCnt="6">
        <dgm:presLayoutVars>
          <dgm:chMax val="0"/>
          <dgm:chPref val="0"/>
        </dgm:presLayoutVars>
      </dgm:prSet>
      <dgm:spPr/>
    </dgm:pt>
    <dgm:pt modelId="{26DD0C01-54E6-4BA5-898D-E17E5F1BEF7B}" type="pres">
      <dgm:prSet presAssocID="{E6EC4206-3452-4552-9037-848F9E60082D}" presName="sibTrans" presStyleCnt="0"/>
      <dgm:spPr/>
    </dgm:pt>
    <dgm:pt modelId="{D07EB236-26CA-46D7-B0E7-EF98B422F5B7}" type="pres">
      <dgm:prSet presAssocID="{C7BA3CC0-54DB-423F-9480-977C52BE913A}" presName="compNode" presStyleCnt="0"/>
      <dgm:spPr/>
    </dgm:pt>
    <dgm:pt modelId="{C664BCF0-653F-49B8-B16E-38845CB3C0EC}" type="pres">
      <dgm:prSet presAssocID="{C7BA3CC0-54DB-423F-9480-977C52BE913A}" presName="bgRect" presStyleLbl="bgShp" presStyleIdx="5" presStyleCnt="6"/>
      <dgm:spPr/>
    </dgm:pt>
    <dgm:pt modelId="{8908D99B-454A-45F1-94E0-26E3C883D3F9}" type="pres">
      <dgm:prSet presAssocID="{C7BA3CC0-54DB-423F-9480-977C52BE913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w Prints"/>
        </a:ext>
      </dgm:extLst>
    </dgm:pt>
    <dgm:pt modelId="{6C9379D3-3328-4273-A7D9-957E48AF605F}" type="pres">
      <dgm:prSet presAssocID="{C7BA3CC0-54DB-423F-9480-977C52BE913A}" presName="spaceRect" presStyleCnt="0"/>
      <dgm:spPr/>
    </dgm:pt>
    <dgm:pt modelId="{5628FBDE-44EC-442D-851D-1057781F063C}" type="pres">
      <dgm:prSet presAssocID="{C7BA3CC0-54DB-423F-9480-977C52BE913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5CB6B19-43D1-444A-83F2-B5EBE3D9E675}" type="presOf" srcId="{3FEC988A-4A50-438B-9EF5-61059B38F81B}" destId="{5FA0615D-0ACE-4E11-969E-9273C074BB88}" srcOrd="0" destOrd="0" presId="urn:microsoft.com/office/officeart/2018/2/layout/IconVerticalSolidList"/>
    <dgm:cxn modelId="{A1D4C664-2BAB-4858-8CA3-5066ABBFD9C8}" type="presOf" srcId="{F2BC8F36-72E0-4F15-87BE-A141121F4A3A}" destId="{38628695-2028-4461-BE4F-CDD7F057543B}" srcOrd="0" destOrd="0" presId="urn:microsoft.com/office/officeart/2018/2/layout/IconVerticalSolidList"/>
    <dgm:cxn modelId="{12274B65-2D40-42F1-9760-777716FAAAED}" srcId="{0438E331-D170-44CE-9B36-725BE68AE878}" destId="{F2BC8F36-72E0-4F15-87BE-A141121F4A3A}" srcOrd="0" destOrd="0" parTransId="{055D3C22-42FB-4227-BBF4-B8B6DB2692F7}" sibTransId="{B2471883-7B00-4E3B-84FD-E97A58E78637}"/>
    <dgm:cxn modelId="{EA2CC579-ED09-4DDE-8DFF-9685D555415B}" type="presOf" srcId="{C7BA3CC0-54DB-423F-9480-977C52BE913A}" destId="{5628FBDE-44EC-442D-851D-1057781F063C}" srcOrd="0" destOrd="0" presId="urn:microsoft.com/office/officeart/2018/2/layout/IconVerticalSolidList"/>
    <dgm:cxn modelId="{5FC5E081-75DE-4010-ACCE-FFB867B59C36}" srcId="{0438E331-D170-44CE-9B36-725BE68AE878}" destId="{D2635297-509E-4D71-8EE7-82B55A050193}" srcOrd="3" destOrd="0" parTransId="{500EF305-D669-4975-AAD3-95C127A68575}" sibTransId="{8B21F786-FBC6-4DDE-9A71-E84A97F0E64F}"/>
    <dgm:cxn modelId="{9A294183-56A6-4A05-9398-C130544C911A}" srcId="{0438E331-D170-44CE-9B36-725BE68AE878}" destId="{C7BA3CC0-54DB-423F-9480-977C52BE913A}" srcOrd="5" destOrd="0" parTransId="{D4945B49-0EA1-4873-98B1-301E5E45CAA3}" sibTransId="{1A491592-74F8-41C1-B80F-2EBB511E8D79}"/>
    <dgm:cxn modelId="{66BF9C8E-AF71-4E6F-A91B-E04D32B35482}" srcId="{0438E331-D170-44CE-9B36-725BE68AE878}" destId="{B18B1770-559B-4E3B-A25C-113F6A04D328}" srcOrd="2" destOrd="0" parTransId="{EAB26499-68A0-4045-BE8E-90189F513202}" sibTransId="{459EF421-A528-4811-A834-DF6A6BF10613}"/>
    <dgm:cxn modelId="{026ED5A6-BAEA-4443-ACB4-E618CA21E4BE}" srcId="{0438E331-D170-44CE-9B36-725BE68AE878}" destId="{3FEC988A-4A50-438B-9EF5-61059B38F81B}" srcOrd="1" destOrd="0" parTransId="{59DFCD1B-28E5-419F-B3D7-FB8890A7FE18}" sibTransId="{6F3A4AD2-7B28-4CC1-B29F-2179F8944974}"/>
    <dgm:cxn modelId="{9749E7AE-CD29-4647-91BC-07FAB192D108}" type="presOf" srcId="{7B1A31F8-20A7-4F24-BCBE-7524EB52F01C}" destId="{324F05B0-09A7-4795-AFEF-4532D563601D}" srcOrd="0" destOrd="0" presId="urn:microsoft.com/office/officeart/2018/2/layout/IconVerticalSolidList"/>
    <dgm:cxn modelId="{3EB4F5B1-102D-46D8-A30F-C260051CD80E}" type="presOf" srcId="{B18B1770-559B-4E3B-A25C-113F6A04D328}" destId="{5E9CF808-1766-423D-AF2D-6DE7A5A371B6}" srcOrd="0" destOrd="0" presId="urn:microsoft.com/office/officeart/2018/2/layout/IconVerticalSolidList"/>
    <dgm:cxn modelId="{6A1A1CB8-AE80-4654-A79A-B89B2D1296FD}" type="presOf" srcId="{D2635297-509E-4D71-8EE7-82B55A050193}" destId="{B686374D-5DA6-4FD2-939B-28CC2841F13D}" srcOrd="0" destOrd="0" presId="urn:microsoft.com/office/officeart/2018/2/layout/IconVerticalSolidList"/>
    <dgm:cxn modelId="{F3C534B9-47B3-40DF-BF4B-9B2059ADE180}" type="presOf" srcId="{0438E331-D170-44CE-9B36-725BE68AE878}" destId="{44024576-7874-41E7-A17C-C36745B15F51}" srcOrd="0" destOrd="0" presId="urn:microsoft.com/office/officeart/2018/2/layout/IconVerticalSolidList"/>
    <dgm:cxn modelId="{64803DF8-9358-485F-A34D-4D9247B6C51D}" srcId="{0438E331-D170-44CE-9B36-725BE68AE878}" destId="{7B1A31F8-20A7-4F24-BCBE-7524EB52F01C}" srcOrd="4" destOrd="0" parTransId="{8532F680-34E7-400E-8C47-8274B97688F0}" sibTransId="{E6EC4206-3452-4552-9037-848F9E60082D}"/>
    <dgm:cxn modelId="{AC1B6D59-C5EA-4B20-BA2B-C34C9C95F47E}" type="presParOf" srcId="{44024576-7874-41E7-A17C-C36745B15F51}" destId="{B4474A59-E29E-4C9B-9106-68BFB304A52A}" srcOrd="0" destOrd="0" presId="urn:microsoft.com/office/officeart/2018/2/layout/IconVerticalSolidList"/>
    <dgm:cxn modelId="{42837404-068C-4FBA-B03A-CFB4C50832ED}" type="presParOf" srcId="{B4474A59-E29E-4C9B-9106-68BFB304A52A}" destId="{F3BD3D8F-5D5A-4486-A504-033496C4213B}" srcOrd="0" destOrd="0" presId="urn:microsoft.com/office/officeart/2018/2/layout/IconVerticalSolidList"/>
    <dgm:cxn modelId="{5CCBA62C-D79C-4249-B7E6-ABCECAFC3F00}" type="presParOf" srcId="{B4474A59-E29E-4C9B-9106-68BFB304A52A}" destId="{23092AA1-5E5F-422C-9C45-7A79715855DA}" srcOrd="1" destOrd="0" presId="urn:microsoft.com/office/officeart/2018/2/layout/IconVerticalSolidList"/>
    <dgm:cxn modelId="{3CBFDB1B-7837-4377-B723-F3A313DD16CB}" type="presParOf" srcId="{B4474A59-E29E-4C9B-9106-68BFB304A52A}" destId="{F54A99E7-9711-4EBA-ACB6-83C80E954128}" srcOrd="2" destOrd="0" presId="urn:microsoft.com/office/officeart/2018/2/layout/IconVerticalSolidList"/>
    <dgm:cxn modelId="{9D47F3E7-7108-4D2C-8D1F-55AE96FA689F}" type="presParOf" srcId="{B4474A59-E29E-4C9B-9106-68BFB304A52A}" destId="{38628695-2028-4461-BE4F-CDD7F057543B}" srcOrd="3" destOrd="0" presId="urn:microsoft.com/office/officeart/2018/2/layout/IconVerticalSolidList"/>
    <dgm:cxn modelId="{BBA6D2D4-3BD0-4E89-80D4-1437CE86EC29}" type="presParOf" srcId="{44024576-7874-41E7-A17C-C36745B15F51}" destId="{B2BA9DE9-19B5-4041-96DE-11F10BD4F4F7}" srcOrd="1" destOrd="0" presId="urn:microsoft.com/office/officeart/2018/2/layout/IconVerticalSolidList"/>
    <dgm:cxn modelId="{708662BC-4C40-4E09-9085-EA7C80A241BF}" type="presParOf" srcId="{44024576-7874-41E7-A17C-C36745B15F51}" destId="{0B7C3EAC-D2F0-42D1-83B0-7BF6820A7108}" srcOrd="2" destOrd="0" presId="urn:microsoft.com/office/officeart/2018/2/layout/IconVerticalSolidList"/>
    <dgm:cxn modelId="{04888A7E-122D-477D-B769-1A714895A028}" type="presParOf" srcId="{0B7C3EAC-D2F0-42D1-83B0-7BF6820A7108}" destId="{FC00717D-3E02-4055-B459-D872D1B133C9}" srcOrd="0" destOrd="0" presId="urn:microsoft.com/office/officeart/2018/2/layout/IconVerticalSolidList"/>
    <dgm:cxn modelId="{3D444042-D9CF-490B-8B4C-501535B9CCC0}" type="presParOf" srcId="{0B7C3EAC-D2F0-42D1-83B0-7BF6820A7108}" destId="{B2A08206-3934-4498-B8A4-66ABED65A2B1}" srcOrd="1" destOrd="0" presId="urn:microsoft.com/office/officeart/2018/2/layout/IconVerticalSolidList"/>
    <dgm:cxn modelId="{37EDA4DC-C809-44C9-943C-5C9D8A4ABAA0}" type="presParOf" srcId="{0B7C3EAC-D2F0-42D1-83B0-7BF6820A7108}" destId="{6A8F163B-61FE-42AB-A39A-56D5CA5A3ADE}" srcOrd="2" destOrd="0" presId="urn:microsoft.com/office/officeart/2018/2/layout/IconVerticalSolidList"/>
    <dgm:cxn modelId="{F2B5C563-0341-45FC-B291-0A4F326E6C59}" type="presParOf" srcId="{0B7C3EAC-D2F0-42D1-83B0-7BF6820A7108}" destId="{5FA0615D-0ACE-4E11-969E-9273C074BB88}" srcOrd="3" destOrd="0" presId="urn:microsoft.com/office/officeart/2018/2/layout/IconVerticalSolidList"/>
    <dgm:cxn modelId="{09B988C1-8941-4C8C-8410-D4AB70D6104F}" type="presParOf" srcId="{44024576-7874-41E7-A17C-C36745B15F51}" destId="{D1AF6090-60AF-4EA0-AE8C-6CF37ACBEFD7}" srcOrd="3" destOrd="0" presId="urn:microsoft.com/office/officeart/2018/2/layout/IconVerticalSolidList"/>
    <dgm:cxn modelId="{C1EEEC11-E659-4A4C-9387-E9F0AAACA0F8}" type="presParOf" srcId="{44024576-7874-41E7-A17C-C36745B15F51}" destId="{4B232F30-5914-4EE8-9C78-26DB0C6F34C9}" srcOrd="4" destOrd="0" presId="urn:microsoft.com/office/officeart/2018/2/layout/IconVerticalSolidList"/>
    <dgm:cxn modelId="{B3447134-9679-48C7-8C01-1C9102660AD2}" type="presParOf" srcId="{4B232F30-5914-4EE8-9C78-26DB0C6F34C9}" destId="{DC02024A-8B2E-41C1-BF5E-182E0EBA7EBD}" srcOrd="0" destOrd="0" presId="urn:microsoft.com/office/officeart/2018/2/layout/IconVerticalSolidList"/>
    <dgm:cxn modelId="{41BDB4D9-DB78-4A98-A16B-FF82AD6995A4}" type="presParOf" srcId="{4B232F30-5914-4EE8-9C78-26DB0C6F34C9}" destId="{1367A366-373E-4DB0-B487-63889AEF23DC}" srcOrd="1" destOrd="0" presId="urn:microsoft.com/office/officeart/2018/2/layout/IconVerticalSolidList"/>
    <dgm:cxn modelId="{3B27A0CA-4468-4F23-B991-146EE193ED34}" type="presParOf" srcId="{4B232F30-5914-4EE8-9C78-26DB0C6F34C9}" destId="{82BB3B80-D1CE-40B6-94ED-B83CB7177326}" srcOrd="2" destOrd="0" presId="urn:microsoft.com/office/officeart/2018/2/layout/IconVerticalSolidList"/>
    <dgm:cxn modelId="{B4560E99-A078-46FA-9A24-4DB9E4413212}" type="presParOf" srcId="{4B232F30-5914-4EE8-9C78-26DB0C6F34C9}" destId="{5E9CF808-1766-423D-AF2D-6DE7A5A371B6}" srcOrd="3" destOrd="0" presId="urn:microsoft.com/office/officeart/2018/2/layout/IconVerticalSolidList"/>
    <dgm:cxn modelId="{506573C5-2B89-4D19-9728-920B5F0DDEFD}" type="presParOf" srcId="{44024576-7874-41E7-A17C-C36745B15F51}" destId="{B9C3C696-2BA7-45FA-8A6D-92474C4B9BDC}" srcOrd="5" destOrd="0" presId="urn:microsoft.com/office/officeart/2018/2/layout/IconVerticalSolidList"/>
    <dgm:cxn modelId="{7959166C-F193-4CB0-A5F8-48B1ECB53428}" type="presParOf" srcId="{44024576-7874-41E7-A17C-C36745B15F51}" destId="{0B041324-B584-4B39-87A0-4F2ADDF6E4B3}" srcOrd="6" destOrd="0" presId="urn:microsoft.com/office/officeart/2018/2/layout/IconVerticalSolidList"/>
    <dgm:cxn modelId="{27B640F7-ECE6-480C-9845-5293FA8B63EA}" type="presParOf" srcId="{0B041324-B584-4B39-87A0-4F2ADDF6E4B3}" destId="{9310C505-54D0-45E6-81FC-C4E35F0A405C}" srcOrd="0" destOrd="0" presId="urn:microsoft.com/office/officeart/2018/2/layout/IconVerticalSolidList"/>
    <dgm:cxn modelId="{9E098AD8-A4AA-4AD1-8B88-F93F8CCB6C81}" type="presParOf" srcId="{0B041324-B584-4B39-87A0-4F2ADDF6E4B3}" destId="{B2E18D41-2015-4FE3-832A-12D94BAE9BAA}" srcOrd="1" destOrd="0" presId="urn:microsoft.com/office/officeart/2018/2/layout/IconVerticalSolidList"/>
    <dgm:cxn modelId="{2B2A2DEC-8325-4D7B-AD86-C32241D66435}" type="presParOf" srcId="{0B041324-B584-4B39-87A0-4F2ADDF6E4B3}" destId="{C32DCB1C-1425-4213-8881-D255744CEDFD}" srcOrd="2" destOrd="0" presId="urn:microsoft.com/office/officeart/2018/2/layout/IconVerticalSolidList"/>
    <dgm:cxn modelId="{DE4FC47C-6CF4-4F13-853D-9EC861F8C697}" type="presParOf" srcId="{0B041324-B584-4B39-87A0-4F2ADDF6E4B3}" destId="{B686374D-5DA6-4FD2-939B-28CC2841F13D}" srcOrd="3" destOrd="0" presId="urn:microsoft.com/office/officeart/2018/2/layout/IconVerticalSolidList"/>
    <dgm:cxn modelId="{50A3C3FB-F82C-4F2A-9135-2F624EBC0D5F}" type="presParOf" srcId="{44024576-7874-41E7-A17C-C36745B15F51}" destId="{59E3DA98-6988-4C1E-B763-470ECAA88C33}" srcOrd="7" destOrd="0" presId="urn:microsoft.com/office/officeart/2018/2/layout/IconVerticalSolidList"/>
    <dgm:cxn modelId="{EB8FB20B-9E2A-4211-8231-E0972CEC971C}" type="presParOf" srcId="{44024576-7874-41E7-A17C-C36745B15F51}" destId="{F14AD4B7-A8DE-4E94-BB23-4E587A96E81C}" srcOrd="8" destOrd="0" presId="urn:microsoft.com/office/officeart/2018/2/layout/IconVerticalSolidList"/>
    <dgm:cxn modelId="{F6FB6DE0-3397-4DDF-8F9C-BECA30D115CD}" type="presParOf" srcId="{F14AD4B7-A8DE-4E94-BB23-4E587A96E81C}" destId="{307711F2-6B8B-4613-87E8-6A6364D2F535}" srcOrd="0" destOrd="0" presId="urn:microsoft.com/office/officeart/2018/2/layout/IconVerticalSolidList"/>
    <dgm:cxn modelId="{683B96C4-9F28-488C-A8F6-BD85BA870A3C}" type="presParOf" srcId="{F14AD4B7-A8DE-4E94-BB23-4E587A96E81C}" destId="{8FFE135D-A8EC-4144-87A2-74B086605A9F}" srcOrd="1" destOrd="0" presId="urn:microsoft.com/office/officeart/2018/2/layout/IconVerticalSolidList"/>
    <dgm:cxn modelId="{421FECE0-AE8D-4EDD-B682-057248EBE99B}" type="presParOf" srcId="{F14AD4B7-A8DE-4E94-BB23-4E587A96E81C}" destId="{1C4690DA-61D3-4496-8AD7-0C779C64956F}" srcOrd="2" destOrd="0" presId="urn:microsoft.com/office/officeart/2018/2/layout/IconVerticalSolidList"/>
    <dgm:cxn modelId="{1A0765D1-121D-45E5-9257-51C0033BEA57}" type="presParOf" srcId="{F14AD4B7-A8DE-4E94-BB23-4E587A96E81C}" destId="{324F05B0-09A7-4795-AFEF-4532D563601D}" srcOrd="3" destOrd="0" presId="urn:microsoft.com/office/officeart/2018/2/layout/IconVerticalSolidList"/>
    <dgm:cxn modelId="{417B20F8-6611-49A3-AC07-A58A6B3A8E84}" type="presParOf" srcId="{44024576-7874-41E7-A17C-C36745B15F51}" destId="{26DD0C01-54E6-4BA5-898D-E17E5F1BEF7B}" srcOrd="9" destOrd="0" presId="urn:microsoft.com/office/officeart/2018/2/layout/IconVerticalSolidList"/>
    <dgm:cxn modelId="{6EA81D4B-6693-4A24-987E-96E5C91EF287}" type="presParOf" srcId="{44024576-7874-41E7-A17C-C36745B15F51}" destId="{D07EB236-26CA-46D7-B0E7-EF98B422F5B7}" srcOrd="10" destOrd="0" presId="urn:microsoft.com/office/officeart/2018/2/layout/IconVerticalSolidList"/>
    <dgm:cxn modelId="{94BCE76D-4A08-424F-9287-39D740DC5E92}" type="presParOf" srcId="{D07EB236-26CA-46D7-B0E7-EF98B422F5B7}" destId="{C664BCF0-653F-49B8-B16E-38845CB3C0EC}" srcOrd="0" destOrd="0" presId="urn:microsoft.com/office/officeart/2018/2/layout/IconVerticalSolidList"/>
    <dgm:cxn modelId="{80FA0137-0D29-438B-B8D4-EE4AB95420D5}" type="presParOf" srcId="{D07EB236-26CA-46D7-B0E7-EF98B422F5B7}" destId="{8908D99B-454A-45F1-94E0-26E3C883D3F9}" srcOrd="1" destOrd="0" presId="urn:microsoft.com/office/officeart/2018/2/layout/IconVerticalSolidList"/>
    <dgm:cxn modelId="{2FF7BC67-7BEC-4D6A-8660-B0F1E56F4D9C}" type="presParOf" srcId="{D07EB236-26CA-46D7-B0E7-EF98B422F5B7}" destId="{6C9379D3-3328-4273-A7D9-957E48AF605F}" srcOrd="2" destOrd="0" presId="urn:microsoft.com/office/officeart/2018/2/layout/IconVerticalSolidList"/>
    <dgm:cxn modelId="{B81BBB00-3D5C-4CC8-8D4B-0E955BF499CF}" type="presParOf" srcId="{D07EB236-26CA-46D7-B0E7-EF98B422F5B7}" destId="{5628FBDE-44EC-442D-851D-1057781F063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CEB85-961C-46DB-B191-E96C156951DA}">
      <dsp:nvSpPr>
        <dsp:cNvPr id="0" name=""/>
        <dsp:cNvSpPr/>
      </dsp:nvSpPr>
      <dsp:spPr>
        <a:xfrm>
          <a:off x="0" y="3786"/>
          <a:ext cx="10789920" cy="8064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FFE492-2288-4687-9936-2BBFF0A64BFA}">
      <dsp:nvSpPr>
        <dsp:cNvPr id="0" name=""/>
        <dsp:cNvSpPr/>
      </dsp:nvSpPr>
      <dsp:spPr>
        <a:xfrm>
          <a:off x="243953" y="185239"/>
          <a:ext cx="443551" cy="4435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57FE0-2F97-451C-AF96-D586E44702AB}">
      <dsp:nvSpPr>
        <dsp:cNvPr id="0" name=""/>
        <dsp:cNvSpPr/>
      </dsp:nvSpPr>
      <dsp:spPr>
        <a:xfrm>
          <a:off x="931458" y="3786"/>
          <a:ext cx="9858461" cy="806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50" tIns="85350" rIns="85350" bIns="853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Large messages are divided into smaller units called packets.</a:t>
          </a:r>
          <a:endParaRPr lang="en-US" sz="1900" kern="1200"/>
        </a:p>
      </dsp:txBody>
      <dsp:txXfrm>
        <a:off x="931458" y="3786"/>
        <a:ext cx="9858461" cy="806457"/>
      </dsp:txXfrm>
    </dsp:sp>
    <dsp:sp modelId="{13D878A8-DF9E-4282-9498-893DEA0E20A4}">
      <dsp:nvSpPr>
        <dsp:cNvPr id="0" name=""/>
        <dsp:cNvSpPr/>
      </dsp:nvSpPr>
      <dsp:spPr>
        <a:xfrm>
          <a:off x="0" y="1011858"/>
          <a:ext cx="10789920" cy="8064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2A7CB-7620-4360-8B8A-34E1BA765740}">
      <dsp:nvSpPr>
        <dsp:cNvPr id="0" name=""/>
        <dsp:cNvSpPr/>
      </dsp:nvSpPr>
      <dsp:spPr>
        <a:xfrm>
          <a:off x="243953" y="1193311"/>
          <a:ext cx="443551" cy="4435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62723-ED9D-4BA2-B7C2-C5968C182551}">
      <dsp:nvSpPr>
        <dsp:cNvPr id="0" name=""/>
        <dsp:cNvSpPr/>
      </dsp:nvSpPr>
      <dsp:spPr>
        <a:xfrm>
          <a:off x="931458" y="1011858"/>
          <a:ext cx="9858461" cy="806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50" tIns="85350" rIns="85350" bIns="853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Routers examine packet information and forward packets toward the destination.</a:t>
          </a:r>
          <a:endParaRPr lang="en-US" sz="1900" kern="1200"/>
        </a:p>
      </dsp:txBody>
      <dsp:txXfrm>
        <a:off x="931458" y="1011858"/>
        <a:ext cx="9858461" cy="806457"/>
      </dsp:txXfrm>
    </dsp:sp>
    <dsp:sp modelId="{3944DAA3-7540-444F-BC00-93B58E417ABB}">
      <dsp:nvSpPr>
        <dsp:cNvPr id="0" name=""/>
        <dsp:cNvSpPr/>
      </dsp:nvSpPr>
      <dsp:spPr>
        <a:xfrm>
          <a:off x="0" y="2019931"/>
          <a:ext cx="10789920" cy="8064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DF999-5C76-40DC-A68A-53AC6A243B82}">
      <dsp:nvSpPr>
        <dsp:cNvPr id="0" name=""/>
        <dsp:cNvSpPr/>
      </dsp:nvSpPr>
      <dsp:spPr>
        <a:xfrm>
          <a:off x="243953" y="2201384"/>
          <a:ext cx="443551" cy="4435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78C43-8E54-4461-ACA9-88A5149CF93A}">
      <dsp:nvSpPr>
        <dsp:cNvPr id="0" name=""/>
        <dsp:cNvSpPr/>
      </dsp:nvSpPr>
      <dsp:spPr>
        <a:xfrm>
          <a:off x="931458" y="2019931"/>
          <a:ext cx="9858461" cy="806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50" tIns="85350" rIns="85350" bIns="853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Packet switching allows many users to share network links efficiently.</a:t>
          </a:r>
          <a:endParaRPr lang="en-US" sz="1900" kern="1200"/>
        </a:p>
      </dsp:txBody>
      <dsp:txXfrm>
        <a:off x="931458" y="2019931"/>
        <a:ext cx="9858461" cy="806457"/>
      </dsp:txXfrm>
    </dsp:sp>
    <dsp:sp modelId="{9A06E03A-3053-4BC8-B1A6-D92B5FDBA7F8}">
      <dsp:nvSpPr>
        <dsp:cNvPr id="0" name=""/>
        <dsp:cNvSpPr/>
      </dsp:nvSpPr>
      <dsp:spPr>
        <a:xfrm>
          <a:off x="0" y="3028003"/>
          <a:ext cx="10789920" cy="8064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DA042-5138-46DB-B9DC-32045E92EF1D}">
      <dsp:nvSpPr>
        <dsp:cNvPr id="0" name=""/>
        <dsp:cNvSpPr/>
      </dsp:nvSpPr>
      <dsp:spPr>
        <a:xfrm>
          <a:off x="243953" y="3209456"/>
          <a:ext cx="443551" cy="4435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9A788-1F66-456A-9C47-398CCAA79661}">
      <dsp:nvSpPr>
        <dsp:cNvPr id="0" name=""/>
        <dsp:cNvSpPr/>
      </dsp:nvSpPr>
      <dsp:spPr>
        <a:xfrm>
          <a:off x="931458" y="3028003"/>
          <a:ext cx="9858461" cy="806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50" tIns="85350" rIns="85350" bIns="853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Different packets from the same message may experience different paths or delays.</a:t>
          </a:r>
          <a:endParaRPr lang="en-US" sz="1900" kern="1200"/>
        </a:p>
      </dsp:txBody>
      <dsp:txXfrm>
        <a:off x="931458" y="3028003"/>
        <a:ext cx="9858461" cy="806457"/>
      </dsp:txXfrm>
    </dsp:sp>
    <dsp:sp modelId="{8573C22B-8E6C-40C9-8D8A-E89BD9BD17E0}">
      <dsp:nvSpPr>
        <dsp:cNvPr id="0" name=""/>
        <dsp:cNvSpPr/>
      </dsp:nvSpPr>
      <dsp:spPr>
        <a:xfrm>
          <a:off x="0" y="4036075"/>
          <a:ext cx="10789920" cy="8064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089E6-6EF4-40FE-9B6A-D7F7A445D736}">
      <dsp:nvSpPr>
        <dsp:cNvPr id="0" name=""/>
        <dsp:cNvSpPr/>
      </dsp:nvSpPr>
      <dsp:spPr>
        <a:xfrm>
          <a:off x="243953" y="4217528"/>
          <a:ext cx="443551" cy="4435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50D180-E57A-423E-A3ED-1994677DE6BB}">
      <dsp:nvSpPr>
        <dsp:cNvPr id="0" name=""/>
        <dsp:cNvSpPr/>
      </dsp:nvSpPr>
      <dsp:spPr>
        <a:xfrm>
          <a:off x="931458" y="4036075"/>
          <a:ext cx="9858461" cy="806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50" tIns="85350" rIns="85350" bIns="853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Circuit switching reserves a dedicated communication path or capacity for a session.</a:t>
          </a:r>
          <a:endParaRPr lang="en-US" sz="1900" kern="1200"/>
        </a:p>
      </dsp:txBody>
      <dsp:txXfrm>
        <a:off x="931458" y="4036075"/>
        <a:ext cx="9858461" cy="8064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D3D8F-5D5A-4486-A504-033496C4213B}">
      <dsp:nvSpPr>
        <dsp:cNvPr id="0" name=""/>
        <dsp:cNvSpPr/>
      </dsp:nvSpPr>
      <dsp:spPr>
        <a:xfrm>
          <a:off x="0" y="1567"/>
          <a:ext cx="10789920" cy="6680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2AA1-5E5F-422C-9C45-7A79715855DA}">
      <dsp:nvSpPr>
        <dsp:cNvPr id="0" name=""/>
        <dsp:cNvSpPr/>
      </dsp:nvSpPr>
      <dsp:spPr>
        <a:xfrm>
          <a:off x="202077" y="151873"/>
          <a:ext cx="367414" cy="3674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628695-2028-4461-BE4F-CDD7F057543B}">
      <dsp:nvSpPr>
        <dsp:cNvPr id="0" name=""/>
        <dsp:cNvSpPr/>
      </dsp:nvSpPr>
      <dsp:spPr>
        <a:xfrm>
          <a:off x="771569" y="1567"/>
          <a:ext cx="10018350" cy="668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9" tIns="70699" rIns="70699" bIns="70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Authentication verifies who a user or device is.</a:t>
          </a:r>
          <a:endParaRPr lang="en-US" sz="1700" kern="1200"/>
        </a:p>
      </dsp:txBody>
      <dsp:txXfrm>
        <a:off x="771569" y="1567"/>
        <a:ext cx="10018350" cy="668025"/>
      </dsp:txXfrm>
    </dsp:sp>
    <dsp:sp modelId="{FC00717D-3E02-4055-B459-D872D1B133C9}">
      <dsp:nvSpPr>
        <dsp:cNvPr id="0" name=""/>
        <dsp:cNvSpPr/>
      </dsp:nvSpPr>
      <dsp:spPr>
        <a:xfrm>
          <a:off x="0" y="836599"/>
          <a:ext cx="10789920" cy="6680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08206-3934-4498-B8A4-66ABED65A2B1}">
      <dsp:nvSpPr>
        <dsp:cNvPr id="0" name=""/>
        <dsp:cNvSpPr/>
      </dsp:nvSpPr>
      <dsp:spPr>
        <a:xfrm>
          <a:off x="202077" y="986905"/>
          <a:ext cx="367414" cy="3674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0615D-0ACE-4E11-969E-9273C074BB88}">
      <dsp:nvSpPr>
        <dsp:cNvPr id="0" name=""/>
        <dsp:cNvSpPr/>
      </dsp:nvSpPr>
      <dsp:spPr>
        <a:xfrm>
          <a:off x="771569" y="836599"/>
          <a:ext cx="10018350" cy="668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9" tIns="70699" rIns="70699" bIns="70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Encryption transforms readable data into protected data that unauthorized people cannot easily understand.</a:t>
          </a:r>
          <a:endParaRPr lang="en-US" sz="1700" kern="1200"/>
        </a:p>
      </dsp:txBody>
      <dsp:txXfrm>
        <a:off x="771569" y="836599"/>
        <a:ext cx="10018350" cy="668025"/>
      </dsp:txXfrm>
    </dsp:sp>
    <dsp:sp modelId="{DC02024A-8B2E-41C1-BF5E-182E0EBA7EBD}">
      <dsp:nvSpPr>
        <dsp:cNvPr id="0" name=""/>
        <dsp:cNvSpPr/>
      </dsp:nvSpPr>
      <dsp:spPr>
        <a:xfrm>
          <a:off x="0" y="1671631"/>
          <a:ext cx="10789920" cy="6680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7A366-373E-4DB0-B487-63889AEF23DC}">
      <dsp:nvSpPr>
        <dsp:cNvPr id="0" name=""/>
        <dsp:cNvSpPr/>
      </dsp:nvSpPr>
      <dsp:spPr>
        <a:xfrm>
          <a:off x="202077" y="1821937"/>
          <a:ext cx="367414" cy="3674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CF808-1766-423D-AF2D-6DE7A5A371B6}">
      <dsp:nvSpPr>
        <dsp:cNvPr id="0" name=""/>
        <dsp:cNvSpPr/>
      </dsp:nvSpPr>
      <dsp:spPr>
        <a:xfrm>
          <a:off x="771569" y="1671631"/>
          <a:ext cx="10018350" cy="668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9" tIns="70699" rIns="70699" bIns="70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Confidentiality means information is accessible only to authorized parties.</a:t>
          </a:r>
          <a:endParaRPr lang="en-US" sz="1700" kern="1200"/>
        </a:p>
      </dsp:txBody>
      <dsp:txXfrm>
        <a:off x="771569" y="1671631"/>
        <a:ext cx="10018350" cy="668025"/>
      </dsp:txXfrm>
    </dsp:sp>
    <dsp:sp modelId="{9310C505-54D0-45E6-81FC-C4E35F0A405C}">
      <dsp:nvSpPr>
        <dsp:cNvPr id="0" name=""/>
        <dsp:cNvSpPr/>
      </dsp:nvSpPr>
      <dsp:spPr>
        <a:xfrm>
          <a:off x="0" y="2506663"/>
          <a:ext cx="10789920" cy="6680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E18D41-2015-4FE3-832A-12D94BAE9BAA}">
      <dsp:nvSpPr>
        <dsp:cNvPr id="0" name=""/>
        <dsp:cNvSpPr/>
      </dsp:nvSpPr>
      <dsp:spPr>
        <a:xfrm>
          <a:off x="202077" y="2656968"/>
          <a:ext cx="367414" cy="3674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6374D-5DA6-4FD2-939B-28CC2841F13D}">
      <dsp:nvSpPr>
        <dsp:cNvPr id="0" name=""/>
        <dsp:cNvSpPr/>
      </dsp:nvSpPr>
      <dsp:spPr>
        <a:xfrm>
          <a:off x="771569" y="2506663"/>
          <a:ext cx="10018350" cy="668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9" tIns="70699" rIns="70699" bIns="70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Threats include unauthorized access, malware, IP spoofing, and packet sniffing.</a:t>
          </a:r>
          <a:endParaRPr lang="en-US" sz="1700" kern="1200"/>
        </a:p>
      </dsp:txBody>
      <dsp:txXfrm>
        <a:off x="771569" y="2506663"/>
        <a:ext cx="10018350" cy="668025"/>
      </dsp:txXfrm>
    </dsp:sp>
    <dsp:sp modelId="{307711F2-6B8B-4613-87E8-6A6364D2F535}">
      <dsp:nvSpPr>
        <dsp:cNvPr id="0" name=""/>
        <dsp:cNvSpPr/>
      </dsp:nvSpPr>
      <dsp:spPr>
        <a:xfrm>
          <a:off x="0" y="3341695"/>
          <a:ext cx="10789920" cy="6680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E135D-A8EC-4144-87A2-74B086605A9F}">
      <dsp:nvSpPr>
        <dsp:cNvPr id="0" name=""/>
        <dsp:cNvSpPr/>
      </dsp:nvSpPr>
      <dsp:spPr>
        <a:xfrm>
          <a:off x="202077" y="3492000"/>
          <a:ext cx="367414" cy="3674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4F05B0-09A7-4795-AFEF-4532D563601D}">
      <dsp:nvSpPr>
        <dsp:cNvPr id="0" name=""/>
        <dsp:cNvSpPr/>
      </dsp:nvSpPr>
      <dsp:spPr>
        <a:xfrm>
          <a:off x="771569" y="3341695"/>
          <a:ext cx="10018350" cy="668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9" tIns="70699" rIns="70699" bIns="70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IP spoofing means an attacker falsifies the source IP address in packets.</a:t>
          </a:r>
          <a:endParaRPr lang="en-US" sz="1700" kern="1200"/>
        </a:p>
      </dsp:txBody>
      <dsp:txXfrm>
        <a:off x="771569" y="3341695"/>
        <a:ext cx="10018350" cy="668025"/>
      </dsp:txXfrm>
    </dsp:sp>
    <dsp:sp modelId="{C664BCF0-653F-49B8-B16E-38845CB3C0EC}">
      <dsp:nvSpPr>
        <dsp:cNvPr id="0" name=""/>
        <dsp:cNvSpPr/>
      </dsp:nvSpPr>
      <dsp:spPr>
        <a:xfrm>
          <a:off x="0" y="4176726"/>
          <a:ext cx="10789920" cy="66802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8D99B-454A-45F1-94E0-26E3C883D3F9}">
      <dsp:nvSpPr>
        <dsp:cNvPr id="0" name=""/>
        <dsp:cNvSpPr/>
      </dsp:nvSpPr>
      <dsp:spPr>
        <a:xfrm>
          <a:off x="202077" y="4327032"/>
          <a:ext cx="367414" cy="3674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8FBDE-44EC-442D-851D-1057781F063C}">
      <dsp:nvSpPr>
        <dsp:cNvPr id="0" name=""/>
        <dsp:cNvSpPr/>
      </dsp:nvSpPr>
      <dsp:spPr>
        <a:xfrm>
          <a:off x="771569" y="4176726"/>
          <a:ext cx="10018350" cy="668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699" tIns="70699" rIns="70699" bIns="706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Packet sniffing means capturing and examining network traffic.</a:t>
          </a:r>
          <a:endParaRPr lang="en-US" sz="1700" kern="1200"/>
        </a:p>
      </dsp:txBody>
      <dsp:txXfrm>
        <a:off x="771569" y="4176726"/>
        <a:ext cx="10018350" cy="668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0D3BE-7606-E94D-BC2F-733B78D8D42E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C63CE-F489-DA46-AC06-FEBB78EC4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73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C63CE-F489-DA46-AC06-FEBB78EC42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5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6977" y="1417320"/>
            <a:ext cx="455900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62B4C"/>
                </a:solidFill>
              </a:defRPr>
            </a:pPr>
            <a:r>
              <a:rPr dirty="0"/>
              <a:t>Network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6905" y="2880360"/>
            <a:ext cx="291906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2A68AA"/>
                </a:solidFill>
              </a:defRPr>
            </a:pPr>
            <a:r>
              <a:rPr dirty="0"/>
              <a:t>Computer Networks</a:t>
            </a:r>
            <a:endParaRPr lang="en-US" dirty="0"/>
          </a:p>
          <a:p>
            <a:pPr algn="ctr">
              <a:defRPr sz="2600">
                <a:solidFill>
                  <a:srgbClr val="2A68AA"/>
                </a:solidFill>
              </a:defRPr>
            </a:pPr>
            <a:endParaRPr dirty="0"/>
          </a:p>
          <a:p>
            <a:pPr algn="ctr">
              <a:defRPr sz="2000">
                <a:solidFill>
                  <a:srgbClr val="232B34"/>
                </a:solidFill>
              </a:defRPr>
            </a:pPr>
            <a:r>
              <a:rPr dirty="0"/>
              <a:t>Presented by Arya Desai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663440"/>
            <a:ext cx="8503920" cy="731520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From understanding networks to explaining, demonstrating, and documenting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1. Network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What a computer network is and why the Internet is a network of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9516" y="1503844"/>
            <a:ext cx="1078992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32B34"/>
                </a:solidFill>
              </a:defRPr>
            </a:pPr>
            <a:r>
              <a:rPr dirty="0"/>
              <a:t>A computer network is a group of connected devices that exchange data and share resources.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32B34"/>
                </a:solidFill>
              </a:defRPr>
            </a:pPr>
            <a:r>
              <a:rPr dirty="0"/>
              <a:t>The Internet is a “network of networks” because many smaller networks are interconnected.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32B34"/>
                </a:solidFill>
              </a:defRPr>
            </a:pPr>
            <a:r>
              <a:rPr dirty="0"/>
              <a:t>Communication happens through devices, links, addressing, and agreed-upon protocols.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32B34"/>
                </a:solidFill>
              </a:defRPr>
            </a:pPr>
            <a:r>
              <a:rPr dirty="0"/>
              <a:t>Examples of hosts: laptops, smartphones, servers, IoT devices, and cloud systems.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900" b="0">
                <a:solidFill>
                  <a:srgbClr val="232B34"/>
                </a:solidFill>
              </a:defRPr>
            </a:pPr>
            <a:r>
              <a:rPr dirty="0"/>
              <a:t>Networks support communication, learning, banking, entertainment, collaboration, and cloud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57800"/>
            <a:ext cx="10332720" cy="685800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Personal examples: using my Mac with an iPhone hotspot; accessing Blackboard and other websites for coursework.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2. Network Edge and Network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The edge contains endpoints; the core moves data between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50292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Network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0292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Hosts: devices that send or receive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Clients request services; servers provide services.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Access networks connect users to the wider network.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Examples: home Wi‑Fi, enterprise networks, and mobile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303520" cy="502920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Network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02920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Routers forward packets between networks.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Switches connect devices within a local network.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Links carry data between devices.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The core uses packet forwarding and packet switching.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Circuit switching reserves a dedicated path or capacity.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8997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rPr dirty="0"/>
              <a:t>Network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Example path from a student device to a web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743200"/>
            <a:ext cx="1508760" cy="822960"/>
          </a:xfrm>
          <a:prstGeom prst="roundRect">
            <a:avLst/>
          </a:prstGeom>
          <a:solidFill>
            <a:srgbClr val="E8F0F8"/>
          </a:solidFill>
          <a:ln>
            <a:solidFill>
              <a:srgbClr val="16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Student</a:t>
            </a:r>
            <a:br/>
            <a:r>
              <a:t>Laptop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2743200"/>
            <a:ext cx="1783080" cy="822960"/>
          </a:xfrm>
          <a:prstGeom prst="roundRect">
            <a:avLst/>
          </a:prstGeom>
          <a:solidFill>
            <a:srgbClr val="DEF1EC"/>
          </a:solidFill>
          <a:ln>
            <a:solidFill>
              <a:srgbClr val="16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Home Wi‑Fi /</a:t>
            </a:r>
            <a:br/>
            <a:r>
              <a:t>Access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743200"/>
            <a:ext cx="1508760" cy="822960"/>
          </a:xfrm>
          <a:prstGeom prst="roundRect">
            <a:avLst/>
          </a:prstGeom>
          <a:solidFill>
            <a:srgbClr val="FFEFD7"/>
          </a:solidFill>
          <a:ln>
            <a:solidFill>
              <a:srgbClr val="16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743200"/>
            <a:ext cx="1508760" cy="822960"/>
          </a:xfrm>
          <a:prstGeom prst="roundRect">
            <a:avLst/>
          </a:prstGeom>
          <a:solidFill>
            <a:srgbClr val="E8F0F8"/>
          </a:solidFill>
          <a:ln>
            <a:solidFill>
              <a:srgbClr val="16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Internet /</a:t>
            </a:r>
            <a:br/>
            <a:r>
              <a:t>Network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743200"/>
            <a:ext cx="1508760" cy="822960"/>
          </a:xfrm>
          <a:prstGeom prst="roundRect">
            <a:avLst/>
          </a:prstGeom>
          <a:solidFill>
            <a:srgbClr val="FFEFD7"/>
          </a:solidFill>
          <a:ln>
            <a:solidFill>
              <a:srgbClr val="16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Destination</a:t>
            </a:r>
            <a:br/>
            <a:r>
              <a:t>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743200"/>
            <a:ext cx="1508760" cy="822960"/>
          </a:xfrm>
          <a:prstGeom prst="roundRect">
            <a:avLst/>
          </a:prstGeom>
          <a:solidFill>
            <a:srgbClr val="DEF1EC"/>
          </a:solidFill>
          <a:ln>
            <a:solidFill>
              <a:srgbClr val="16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32B34"/>
                </a:solidFill>
              </a:defRPr>
            </a:pPr>
            <a:r>
              <a:t>Web Server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3154680"/>
            <a:ext cx="45720" cy="0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11680" y="3154680"/>
            <a:ext cx="45720" cy="0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3154680"/>
            <a:ext cx="320040" cy="0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3154680"/>
            <a:ext cx="137160" cy="0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3154680"/>
            <a:ext cx="777240" cy="0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0" y="3154680"/>
            <a:ext cx="457200" cy="0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4663440"/>
            <a:ext cx="1014984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A packet may pass through multiple routers and links before reaching the destination. The response travels back toward the client.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How Data Travels Through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Packet forwarding, packet switching, and circuit switching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57800"/>
            <a:ext cx="10332720" cy="68580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Key idea: the network core is responsible for moving data between separate access networks.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2DC82FC5-0D63-73C0-A0AE-2242765BE234}"/>
              </a:ext>
            </a:extLst>
          </p:cNvPr>
          <p:cNvGraphicFramePr/>
          <p:nvPr/>
        </p:nvGraphicFramePr>
        <p:xfrm>
          <a:off x="731520" y="1188720"/>
          <a:ext cx="1078992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3. Communication and Network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rPr dirty="0"/>
              <a:t>Protocols are rules that allow different devices and systems to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26888"/>
            <a:ext cx="107899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/>
              <a:t>DNS: translates a domain name, such as a website name, into an IP address.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/>
              <a:t>IP: provides addressing and helps packets move between networks.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/>
              <a:t>TCP: supports reliable, ordered delivery between communicating applications.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/>
              <a:t>HTTP/HTTPS: supports web communication between a browser and a web server.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B34"/>
                </a:solidFill>
              </a:defRPr>
            </a:pPr>
            <a:r>
              <a:rPr dirty="0"/>
              <a:t>Protocols are necessary because devices need shared rules for formatting, addressing, timing, and handling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Browser Scenario: Entering a Website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How several protocols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94360" cy="594360"/>
          </a:xfrm>
          <a:prstGeom prst="roundRect">
            <a:avLst/>
          </a:prstGeom>
          <a:solidFill>
            <a:srgbClr val="FFEFD7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232B34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234440"/>
            <a:ext cx="1554480" cy="59436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DNS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B34"/>
                </a:solidFill>
              </a:defRPr>
            </a:pPr>
            <a:r>
              <a:t>Find the IP address for the website name.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5568" y="1828800"/>
            <a:ext cx="0" cy="246888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286000"/>
            <a:ext cx="594360" cy="594360"/>
          </a:xfrm>
          <a:prstGeom prst="roundRect">
            <a:avLst/>
          </a:prstGeom>
          <a:solidFill>
            <a:srgbClr val="FFEFD7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232B34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286000"/>
            <a:ext cx="1554480" cy="59436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317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B34"/>
                </a:solidFill>
              </a:defRPr>
            </a:pPr>
            <a:r>
              <a:t>Address packets and move them toward the server.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5568" y="2880360"/>
            <a:ext cx="0" cy="246888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337560"/>
            <a:ext cx="594360" cy="594360"/>
          </a:xfrm>
          <a:prstGeom prst="roundRect">
            <a:avLst/>
          </a:prstGeom>
          <a:solidFill>
            <a:srgbClr val="FFEFD7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232B34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3337560"/>
            <a:ext cx="1554480" cy="59436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TCP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7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B34"/>
                </a:solidFill>
              </a:defRPr>
            </a:pPr>
            <a:r>
              <a:t>Establish reliable transport between endpoints.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5568" y="3931920"/>
            <a:ext cx="0" cy="246888"/>
          </a:xfrm>
          <a:prstGeom prst="line">
            <a:avLst/>
          </a:prstGeom>
          <a:ln w="31750">
            <a:solidFill>
              <a:srgbClr val="16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4389120"/>
            <a:ext cx="594360" cy="594360"/>
          </a:xfrm>
          <a:prstGeom prst="roundRect">
            <a:avLst/>
          </a:prstGeom>
          <a:solidFill>
            <a:srgbClr val="FFEFD7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232B34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4389120"/>
            <a:ext cx="1554480" cy="59436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434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B34"/>
                </a:solidFill>
              </a:defRPr>
            </a:pPr>
            <a:r>
              <a:t>Request and receive web content securely.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532120"/>
            <a:ext cx="9966960" cy="594360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The goal is not to memorize four definitions; it is to understand how the protocols cooperate.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4. Understanding Network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What affects how quickly and reliably data moves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50292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Performance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02920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Bandwidth: the capacity of a link.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Throughput: the actual rate of successful data transfer.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Delay: the time needed for data to travel.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Transmission delay: time to place bits onto a link.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Queuing delay: time waiting in a router or switch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303520" cy="502920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02920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Packet loss occurs when packets fail to reach the destination.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Congestion can increase queuing delay and packet loss.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Distance, traffic, device performance, and link capacity affect results.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Performance should be interpreted using actual measurements.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334578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Network Demonstration: 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07040" cy="59436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ourier New"/>
              </a:defRPr>
            </a:pPr>
            <a:r>
              <a:t>Command:  ping -c 4 google.com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029200" cy="3474720"/>
          </a:xfrm>
          <a:prstGeom prst="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E40AF"/>
                </a:solidFill>
              </a:defRPr>
            </a:pPr>
            <a:r>
              <a:t>Destination: google.com</a:t>
            </a:r>
          </a:p>
          <a:p>
            <a:pPr>
              <a:spcAft>
                <a:spcPts val="600"/>
              </a:spcAft>
              <a:defRPr sz="1700" b="1">
                <a:solidFill>
                  <a:srgbClr val="1E40AF"/>
                </a:solidFill>
              </a:defRPr>
            </a:pPr>
            <a:r>
              <a:t>IP address: 142.251.41.142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Packets sent: 4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Packets received: 4</a:t>
            </a:r>
          </a:p>
          <a:p>
            <a:pPr>
              <a:spcAft>
                <a:spcPts val="600"/>
              </a:spcAft>
              <a:defRPr sz="1700" b="1">
                <a:solidFill>
                  <a:srgbClr val="1F2937"/>
                </a:solidFill>
              </a:defRPr>
            </a:pPr>
            <a:r>
              <a:t>Packet loss: 0.0%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Minimum RTT: 7.630 ms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Average RTT: 32.840 ms</a:t>
            </a:r>
          </a:p>
          <a:p>
            <a:pPr>
              <a:spcAft>
                <a:spcPts val="600"/>
              </a:spcAft>
              <a:defRPr sz="1700">
                <a:solidFill>
                  <a:srgbClr val="1F2937"/>
                </a:solidFill>
              </a:defRPr>
            </a:pPr>
            <a:r>
              <a:t>Maximum RTT: 74.686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1920240"/>
            <a:ext cx="5166360" cy="3474720"/>
          </a:xfrm>
          <a:prstGeom prst="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66534"/>
                </a:solidFill>
              </a:defRPr>
            </a:pPr>
            <a:r>
              <a:t>Analysis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All 4 packets received a reply.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There was 0.0% packet loss.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The average round-trip time was 32.840 ms.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Response times varied from 7.630 ms to 74.686 ms.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</a:defRPr>
            </a:pPr>
            <a:r>
              <a:t>• The third reply had the highest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B5563"/>
                </a:solidFill>
              </a:defRPr>
            </a:pPr>
            <a:r>
              <a:t>Interpretation: The test was successful, but latency changed between replies.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Terminal Evidence: ping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</a:defRPr>
            </a:pPr>
            <a:r>
              <a:t>The screenshot below shows the actual command and the returned network statistics.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1155680" cy="3703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reenshot 2026-09-15 at 1.40.0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764547"/>
            <a:ext cx="10789920" cy="3374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7150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6534"/>
                </a:solidFill>
              </a:defRPr>
            </a:pPr>
            <a:r>
              <a:t>Result: 4 packets transmitted, 4 received, and 0.0% packet loss.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5. Network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Protecting communication, devices, and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92824"/>
            <a:ext cx="34034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EA07DA65-9662-D059-289A-B2E214D9B2F0}"/>
              </a:ext>
            </a:extLst>
          </p:cNvPr>
          <p:cNvGraphicFramePr/>
          <p:nvPr/>
        </p:nvGraphicFramePr>
        <p:xfrm>
          <a:off x="731520" y="1097280"/>
          <a:ext cx="1078992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Security Strategies and Real-World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Example: a student using public Wi‑Fi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50292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Practical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0292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Use HTTPS and encrypted connections.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Use strong, unique passwords and multi-factor authentication.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Use a trusted VPN when appropriate.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Secure Wi‑Fi with strong encryption.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Keep operating systems and applications updated.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Use firewalls and network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303520" cy="502920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232B34"/>
                </a:solidFill>
              </a:defRPr>
            </a:pPr>
            <a:r>
              <a:t>Public Wi‑Fi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02920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A student connects to Wi‑Fi in a café or airport.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An attacker may attempt to observe traffic or impersonate a device.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The student should use HTTPS, avoid sensitive activity on unknown networks, verify the network name, and keep devices updated.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B34"/>
                </a:solidFill>
              </a:defRPr>
            </a:pPr>
            <a:r>
              <a:rPr dirty="0"/>
              <a:t>Encryption and authentication reduce the risk of data exposure.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92824"/>
            <a:ext cx="34034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B4C"/>
                </a:solidFill>
              </a:defRPr>
            </a:pPr>
            <a:r>
              <a:t>Conclusion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673"/>
                </a:solidFill>
              </a:defRPr>
            </a:pPr>
            <a:r>
              <a:t>From learning networking to communicating it professionally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280160"/>
            <a:ext cx="10051043" cy="3675888"/>
          </a:xfrm>
          <a:prstGeom prst="roundRect">
            <a:avLst/>
          </a:prstGeom>
          <a:solidFill>
            <a:srgbClr val="DEF1EC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>
                <a:solidFill>
                  <a:srgbClr val="232B34"/>
                </a:solidFill>
              </a:defRPr>
            </a:pPr>
            <a:r>
              <a:rPr dirty="0"/>
              <a:t>Computer networks are not just cables and devices. They are coordinated systems that move information through protocols, infrastructure, and security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440680"/>
            <a:ext cx="6675120" cy="640080"/>
          </a:xfrm>
          <a:prstGeom prst="roundRect">
            <a:avLst/>
          </a:prstGeom>
          <a:solidFill>
            <a:srgbClr val="DCEBF8"/>
          </a:solidFill>
          <a:ln>
            <a:solidFill>
              <a:srgbClr val="2A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300">
                <a:solidFill>
                  <a:srgbClr val="232B34"/>
                </a:solidFill>
              </a:defRPr>
            </a:pPr>
            <a:r>
              <a:t>Thank you — 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92824"/>
            <a:ext cx="34034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Computer Networks • BLA 01 • Arya Desai                                      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1120</Words>
  <Application>Microsoft Macintosh PowerPoint</Application>
  <PresentationFormat>Widescreen</PresentationFormat>
  <Paragraphs>136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2</cp:revision>
  <dcterms:created xsi:type="dcterms:W3CDTF">2013-01-27T09:14:16Z</dcterms:created>
  <dcterms:modified xsi:type="dcterms:W3CDTF">2026-09-15T19:40:23Z</dcterms:modified>
  <cp:category/>
</cp:coreProperties>
</file>